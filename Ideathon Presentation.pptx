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857499" y="380999"/>
            <a:ext cx="15049500" cy="9525000"/>
          </a:xfrm>
          <a:custGeom>
            <a:avLst/>
            <a:gdLst/>
            <a:ahLst/>
            <a:cxnLst/>
            <a:rect l="l" t="t" r="r" b="b"/>
            <a:pathLst>
              <a:path w="15049500" h="9525000">
                <a:moveTo>
                  <a:pt x="14335125" y="9525000"/>
                </a:moveTo>
                <a:lnTo>
                  <a:pt x="714375" y="9525000"/>
                </a:lnTo>
                <a:lnTo>
                  <a:pt x="644353" y="9521570"/>
                </a:lnTo>
                <a:lnTo>
                  <a:pt x="575005" y="9511284"/>
                </a:lnTo>
                <a:lnTo>
                  <a:pt x="506999" y="9494245"/>
                </a:lnTo>
                <a:lnTo>
                  <a:pt x="440993" y="9470627"/>
                </a:lnTo>
                <a:lnTo>
                  <a:pt x="377617" y="9440652"/>
                </a:lnTo>
                <a:lnTo>
                  <a:pt x="317486" y="9404608"/>
                </a:lnTo>
                <a:lnTo>
                  <a:pt x="261182" y="9362844"/>
                </a:lnTo>
                <a:lnTo>
                  <a:pt x="209245" y="9315754"/>
                </a:lnTo>
                <a:lnTo>
                  <a:pt x="162150" y="9263820"/>
                </a:lnTo>
                <a:lnTo>
                  <a:pt x="120390" y="9207515"/>
                </a:lnTo>
                <a:lnTo>
                  <a:pt x="84347" y="9147384"/>
                </a:lnTo>
                <a:lnTo>
                  <a:pt x="54374" y="9084004"/>
                </a:lnTo>
                <a:lnTo>
                  <a:pt x="30751" y="9017997"/>
                </a:lnTo>
                <a:lnTo>
                  <a:pt x="13725" y="8949995"/>
                </a:lnTo>
                <a:lnTo>
                  <a:pt x="3431" y="8880644"/>
                </a:lnTo>
                <a:lnTo>
                  <a:pt x="0" y="8810625"/>
                </a:lnTo>
                <a:lnTo>
                  <a:pt x="0" y="714375"/>
                </a:lnTo>
                <a:lnTo>
                  <a:pt x="3431" y="644353"/>
                </a:lnTo>
                <a:lnTo>
                  <a:pt x="13725" y="575006"/>
                </a:lnTo>
                <a:lnTo>
                  <a:pt x="30752" y="507000"/>
                </a:lnTo>
                <a:lnTo>
                  <a:pt x="54380" y="440995"/>
                </a:lnTo>
                <a:lnTo>
                  <a:pt x="84345" y="377616"/>
                </a:lnTo>
                <a:lnTo>
                  <a:pt x="120393" y="317488"/>
                </a:lnTo>
                <a:lnTo>
                  <a:pt x="162149" y="261175"/>
                </a:lnTo>
                <a:lnTo>
                  <a:pt x="209241" y="209240"/>
                </a:lnTo>
                <a:lnTo>
                  <a:pt x="261177" y="162151"/>
                </a:lnTo>
                <a:lnTo>
                  <a:pt x="317485" y="120388"/>
                </a:lnTo>
                <a:lnTo>
                  <a:pt x="377617" y="84346"/>
                </a:lnTo>
                <a:lnTo>
                  <a:pt x="440994" y="54375"/>
                </a:lnTo>
                <a:lnTo>
                  <a:pt x="507000" y="30752"/>
                </a:lnTo>
                <a:lnTo>
                  <a:pt x="575007" y="13724"/>
                </a:lnTo>
                <a:lnTo>
                  <a:pt x="644353" y="3431"/>
                </a:lnTo>
                <a:lnTo>
                  <a:pt x="714375" y="0"/>
                </a:lnTo>
                <a:lnTo>
                  <a:pt x="14335140" y="0"/>
                </a:lnTo>
                <a:lnTo>
                  <a:pt x="14370201" y="857"/>
                </a:lnTo>
                <a:lnTo>
                  <a:pt x="14439949" y="7725"/>
                </a:lnTo>
                <a:lnTo>
                  <a:pt x="14508696" y="21403"/>
                </a:lnTo>
                <a:lnTo>
                  <a:pt x="14575778" y="41748"/>
                </a:lnTo>
                <a:lnTo>
                  <a:pt x="14640558" y="68583"/>
                </a:lnTo>
                <a:lnTo>
                  <a:pt x="14702398" y="101633"/>
                </a:lnTo>
                <a:lnTo>
                  <a:pt x="14760680" y="140580"/>
                </a:lnTo>
                <a:lnTo>
                  <a:pt x="14814881" y="185065"/>
                </a:lnTo>
                <a:lnTo>
                  <a:pt x="14864444" y="234638"/>
                </a:lnTo>
                <a:lnTo>
                  <a:pt x="14908921" y="288823"/>
                </a:lnTo>
                <a:lnTo>
                  <a:pt x="14947864" y="347107"/>
                </a:lnTo>
                <a:lnTo>
                  <a:pt x="14980914" y="408931"/>
                </a:lnTo>
                <a:lnTo>
                  <a:pt x="15007746" y="473708"/>
                </a:lnTo>
                <a:lnTo>
                  <a:pt x="15028095" y="540791"/>
                </a:lnTo>
                <a:lnTo>
                  <a:pt x="15041778" y="609555"/>
                </a:lnTo>
                <a:lnTo>
                  <a:pt x="15048646" y="679322"/>
                </a:lnTo>
                <a:lnTo>
                  <a:pt x="15049500" y="714375"/>
                </a:lnTo>
                <a:lnTo>
                  <a:pt x="15049500" y="8810625"/>
                </a:lnTo>
                <a:lnTo>
                  <a:pt x="15046071" y="8880643"/>
                </a:lnTo>
                <a:lnTo>
                  <a:pt x="15035784" y="8949994"/>
                </a:lnTo>
                <a:lnTo>
                  <a:pt x="15018746" y="9017997"/>
                </a:lnTo>
                <a:lnTo>
                  <a:pt x="14995127" y="9084007"/>
                </a:lnTo>
                <a:lnTo>
                  <a:pt x="14965144" y="9147399"/>
                </a:lnTo>
                <a:lnTo>
                  <a:pt x="14929107" y="9207514"/>
                </a:lnTo>
                <a:lnTo>
                  <a:pt x="14887361" y="9263796"/>
                </a:lnTo>
                <a:lnTo>
                  <a:pt x="14840241" y="9315769"/>
                </a:lnTo>
                <a:lnTo>
                  <a:pt x="14788321" y="9362842"/>
                </a:lnTo>
                <a:lnTo>
                  <a:pt x="14732028" y="9404598"/>
                </a:lnTo>
                <a:lnTo>
                  <a:pt x="14671848" y="9440671"/>
                </a:lnTo>
                <a:lnTo>
                  <a:pt x="14608497" y="9470631"/>
                </a:lnTo>
                <a:lnTo>
                  <a:pt x="14542489" y="9494249"/>
                </a:lnTo>
                <a:lnTo>
                  <a:pt x="14474479" y="9511287"/>
                </a:lnTo>
                <a:lnTo>
                  <a:pt x="14405135" y="9521572"/>
                </a:lnTo>
                <a:lnTo>
                  <a:pt x="14335125" y="9525000"/>
                </a:lnTo>
                <a:close/>
              </a:path>
            </a:pathLst>
          </a:custGeom>
          <a:solidFill>
            <a:srgbClr val="FFFFFF">
              <a:alpha val="783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857500" y="380999"/>
            <a:ext cx="15049500" cy="9525000"/>
          </a:xfrm>
          <a:custGeom>
            <a:avLst/>
            <a:gdLst/>
            <a:ahLst/>
            <a:cxnLst/>
            <a:rect l="l" t="t" r="r" b="b"/>
            <a:pathLst>
              <a:path w="15049500" h="9525000">
                <a:moveTo>
                  <a:pt x="714375" y="0"/>
                </a:moveTo>
                <a:lnTo>
                  <a:pt x="14335125" y="0"/>
                </a:lnTo>
              </a:path>
              <a:path w="15049500" h="9525000">
                <a:moveTo>
                  <a:pt x="15049500" y="714375"/>
                </a:moveTo>
                <a:lnTo>
                  <a:pt x="15049500" y="8810625"/>
                </a:lnTo>
              </a:path>
              <a:path w="15049500" h="9525000">
                <a:moveTo>
                  <a:pt x="14335125" y="9525000"/>
                </a:moveTo>
                <a:lnTo>
                  <a:pt x="714375" y="9524999"/>
                </a:lnTo>
              </a:path>
              <a:path w="15049500" h="9525000">
                <a:moveTo>
                  <a:pt x="0" y="8810625"/>
                </a:moveTo>
                <a:lnTo>
                  <a:pt x="0" y="714375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80999" y="380999"/>
            <a:ext cx="2190750" cy="9525000"/>
          </a:xfrm>
          <a:custGeom>
            <a:avLst/>
            <a:gdLst/>
            <a:ahLst/>
            <a:cxnLst/>
            <a:rect l="l" t="t" r="r" b="b"/>
            <a:pathLst>
              <a:path w="2190750" h="9525000">
                <a:moveTo>
                  <a:pt x="1478756" y="9525000"/>
                </a:moveTo>
                <a:lnTo>
                  <a:pt x="711994" y="9525000"/>
                </a:lnTo>
                <a:lnTo>
                  <a:pt x="642206" y="9521574"/>
                </a:lnTo>
                <a:lnTo>
                  <a:pt x="573092" y="9511314"/>
                </a:lnTo>
                <a:lnTo>
                  <a:pt x="505309" y="9494351"/>
                </a:lnTo>
                <a:lnTo>
                  <a:pt x="439524" y="9470806"/>
                </a:lnTo>
                <a:lnTo>
                  <a:pt x="376361" y="9440934"/>
                </a:lnTo>
                <a:lnTo>
                  <a:pt x="316433" y="9405001"/>
                </a:lnTo>
                <a:lnTo>
                  <a:pt x="260302" y="9363389"/>
                </a:lnTo>
                <a:lnTo>
                  <a:pt x="208540" y="9316458"/>
                </a:lnTo>
                <a:lnTo>
                  <a:pt x="161607" y="9264699"/>
                </a:lnTo>
                <a:lnTo>
                  <a:pt x="119999" y="9208565"/>
                </a:lnTo>
                <a:lnTo>
                  <a:pt x="84065" y="9148642"/>
                </a:lnTo>
                <a:lnTo>
                  <a:pt x="54193" y="9085470"/>
                </a:lnTo>
                <a:lnTo>
                  <a:pt x="30651" y="9019691"/>
                </a:lnTo>
                <a:lnTo>
                  <a:pt x="13678" y="8951910"/>
                </a:lnTo>
                <a:lnTo>
                  <a:pt x="3421" y="8882797"/>
                </a:lnTo>
                <a:lnTo>
                  <a:pt x="0" y="8813006"/>
                </a:lnTo>
                <a:lnTo>
                  <a:pt x="0" y="711993"/>
                </a:lnTo>
                <a:lnTo>
                  <a:pt x="3420" y="642205"/>
                </a:lnTo>
                <a:lnTo>
                  <a:pt x="13679" y="573090"/>
                </a:lnTo>
                <a:lnTo>
                  <a:pt x="30651" y="505310"/>
                </a:lnTo>
                <a:lnTo>
                  <a:pt x="54196" y="439525"/>
                </a:lnTo>
                <a:lnTo>
                  <a:pt x="84064" y="376358"/>
                </a:lnTo>
                <a:lnTo>
                  <a:pt x="119993" y="316431"/>
                </a:lnTo>
                <a:lnTo>
                  <a:pt x="161609" y="260304"/>
                </a:lnTo>
                <a:lnTo>
                  <a:pt x="208538" y="208538"/>
                </a:lnTo>
                <a:lnTo>
                  <a:pt x="260304" y="161609"/>
                </a:lnTo>
                <a:lnTo>
                  <a:pt x="316432" y="119993"/>
                </a:lnTo>
                <a:lnTo>
                  <a:pt x="376358" y="84063"/>
                </a:lnTo>
                <a:lnTo>
                  <a:pt x="439525" y="54196"/>
                </a:lnTo>
                <a:lnTo>
                  <a:pt x="505310" y="30650"/>
                </a:lnTo>
                <a:lnTo>
                  <a:pt x="573090" y="13679"/>
                </a:lnTo>
                <a:lnTo>
                  <a:pt x="642205" y="3419"/>
                </a:lnTo>
                <a:lnTo>
                  <a:pt x="711994" y="0"/>
                </a:lnTo>
                <a:lnTo>
                  <a:pt x="1478755" y="0"/>
                </a:lnTo>
                <a:lnTo>
                  <a:pt x="1513690" y="853"/>
                </a:lnTo>
                <a:lnTo>
                  <a:pt x="1583228" y="7699"/>
                </a:lnTo>
                <a:lnTo>
                  <a:pt x="1651757" y="21334"/>
                </a:lnTo>
                <a:lnTo>
                  <a:pt x="1718624" y="41616"/>
                </a:lnTo>
                <a:lnTo>
                  <a:pt x="1783174" y="68355"/>
                </a:lnTo>
                <a:lnTo>
                  <a:pt x="1844796" y="101291"/>
                </a:lnTo>
                <a:lnTo>
                  <a:pt x="1902890" y="140111"/>
                </a:lnTo>
                <a:lnTo>
                  <a:pt x="1956905" y="184436"/>
                </a:lnTo>
                <a:lnTo>
                  <a:pt x="2006310" y="233845"/>
                </a:lnTo>
                <a:lnTo>
                  <a:pt x="2050639" y="287857"/>
                </a:lnTo>
                <a:lnTo>
                  <a:pt x="2089456" y="345953"/>
                </a:lnTo>
                <a:lnTo>
                  <a:pt x="2122396" y="407575"/>
                </a:lnTo>
                <a:lnTo>
                  <a:pt x="2149133" y="472129"/>
                </a:lnTo>
                <a:lnTo>
                  <a:pt x="2169416" y="538992"/>
                </a:lnTo>
                <a:lnTo>
                  <a:pt x="2183047" y="607521"/>
                </a:lnTo>
                <a:lnTo>
                  <a:pt x="2189898" y="677057"/>
                </a:lnTo>
                <a:lnTo>
                  <a:pt x="2190750" y="8813006"/>
                </a:lnTo>
                <a:lnTo>
                  <a:pt x="2189896" y="8847940"/>
                </a:lnTo>
                <a:lnTo>
                  <a:pt x="2183048" y="8917478"/>
                </a:lnTo>
                <a:lnTo>
                  <a:pt x="2169415" y="8986007"/>
                </a:lnTo>
                <a:lnTo>
                  <a:pt x="2149135" y="9052873"/>
                </a:lnTo>
                <a:lnTo>
                  <a:pt x="2122396" y="9117423"/>
                </a:lnTo>
                <a:lnTo>
                  <a:pt x="2089456" y="9179045"/>
                </a:lnTo>
                <a:lnTo>
                  <a:pt x="2050639" y="9237140"/>
                </a:lnTo>
                <a:lnTo>
                  <a:pt x="2006314" y="9291157"/>
                </a:lnTo>
                <a:lnTo>
                  <a:pt x="1956905" y="9340560"/>
                </a:lnTo>
                <a:lnTo>
                  <a:pt x="1902890" y="9384888"/>
                </a:lnTo>
                <a:lnTo>
                  <a:pt x="1844794" y="9423700"/>
                </a:lnTo>
                <a:lnTo>
                  <a:pt x="1783175" y="9456647"/>
                </a:lnTo>
                <a:lnTo>
                  <a:pt x="1718624" y="9483385"/>
                </a:lnTo>
                <a:lnTo>
                  <a:pt x="1651758" y="9503667"/>
                </a:lnTo>
                <a:lnTo>
                  <a:pt x="1583227" y="9517290"/>
                </a:lnTo>
                <a:lnTo>
                  <a:pt x="1513690" y="9524146"/>
                </a:lnTo>
                <a:lnTo>
                  <a:pt x="1478756" y="9525000"/>
                </a:lnTo>
                <a:close/>
              </a:path>
            </a:pathLst>
          </a:custGeom>
          <a:solidFill>
            <a:srgbClr val="FFFFFF">
              <a:alpha val="783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81000" y="380999"/>
            <a:ext cx="2190750" cy="9525000"/>
          </a:xfrm>
          <a:custGeom>
            <a:avLst/>
            <a:gdLst/>
            <a:ahLst/>
            <a:cxnLst/>
            <a:rect l="l" t="t" r="r" b="b"/>
            <a:pathLst>
              <a:path w="2190750" h="9525000">
                <a:moveTo>
                  <a:pt x="711993" y="0"/>
                </a:moveTo>
                <a:lnTo>
                  <a:pt x="1478756" y="0"/>
                </a:lnTo>
              </a:path>
              <a:path w="2190750" h="9525000">
                <a:moveTo>
                  <a:pt x="2190750" y="711993"/>
                </a:moveTo>
                <a:lnTo>
                  <a:pt x="2190750" y="8813006"/>
                </a:lnTo>
              </a:path>
              <a:path w="2190750" h="9525000">
                <a:moveTo>
                  <a:pt x="1478756" y="9525000"/>
                </a:moveTo>
                <a:lnTo>
                  <a:pt x="711993" y="9525000"/>
                </a:lnTo>
              </a:path>
              <a:path w="2190750" h="9525000">
                <a:moveTo>
                  <a:pt x="0" y="8813006"/>
                </a:moveTo>
                <a:lnTo>
                  <a:pt x="0" y="711993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00327" y="955247"/>
            <a:ext cx="749427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62350" y="2921318"/>
            <a:ext cx="13382625" cy="4981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hyperlink" Target="https://pitch.com/?utm_medium=product-presentation&amp;utm_source=pdf_export&amp;utm_campaign=bottom_bar_cta&amp;utm_content=361dd698-8021-4ddc-a145-6a5032521c0f&amp;utm_term=PDF-PPTX-lastslide" TargetMode="External"/><Relationship Id="rId5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3.jpg"/><Relationship Id="rId4" Type="http://schemas.openxmlformats.org/officeDocument/2006/relationships/image" Target="../media/image6.jpg"/><Relationship Id="rId5" Type="http://schemas.openxmlformats.org/officeDocument/2006/relationships/hyperlink" Target="https://pitch.com/?utm_medium=product-presentation&amp;utm_source=pdf_export&amp;utm_campaign=bottom_bar_cta&amp;utm_content=361dd698-8021-4ddc-a145-6a5032521c0f&amp;utm_term=PDF-PPTX-lastslide" TargetMode="External"/><Relationship Id="rId6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hyperlink" Target="https://pitch.com/?utm_medium=product-presentation&amp;utm_source=pdf_export&amp;utm_campaign=bottom_bar_cta&amp;utm_content=361dd698-8021-4ddc-a145-6a5032521c0f&amp;utm_term=PDF-PPTX-lastslide" TargetMode="External"/><Relationship Id="rId6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3.jpg"/><Relationship Id="rId4" Type="http://schemas.openxmlformats.org/officeDocument/2006/relationships/hyperlink" Target="https://pitch.com/?utm_medium=product-presentation&amp;utm_source=pdf_export&amp;utm_campaign=bottom_bar_cta&amp;utm_content=361dd698-8021-4ddc-a145-6a5032521c0f&amp;utm_term=PDF-PPTX-lastslide" TargetMode="External"/><Relationship Id="rId5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hyperlink" Target="https://pitch.com/?utm_medium=product-presentation&amp;utm_source=pdf_export&amp;utm_campaign=bottom_bar_cta&amp;utm_content=361dd698-8021-4ddc-a145-6a5032521c0f&amp;utm_term=PDF-PPTX-lastslide" TargetMode="External"/><Relationship Id="rId10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3.jpg"/><Relationship Id="rId8" Type="http://schemas.openxmlformats.org/officeDocument/2006/relationships/hyperlink" Target="https://pitch.com/?utm_medium=product-presentation&amp;utm_source=pdf_export&amp;utm_campaign=bottom_bar_cta&amp;utm_content=361dd698-8021-4ddc-a145-6a5032521c0f&amp;utm_term=PDF-PPTX-lastslide" TargetMode="External"/><Relationship Id="rId9" Type="http://schemas.openxmlformats.org/officeDocument/2006/relationships/image" Target="../media/image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Relationship Id="rId12" Type="http://schemas.openxmlformats.org/officeDocument/2006/relationships/image" Target="../media/image32.png"/><Relationship Id="rId13" Type="http://schemas.openxmlformats.org/officeDocument/2006/relationships/image" Target="../media/image33.png"/><Relationship Id="rId14" Type="http://schemas.openxmlformats.org/officeDocument/2006/relationships/image" Target="../media/image3.jpg"/><Relationship Id="rId15" Type="http://schemas.openxmlformats.org/officeDocument/2006/relationships/hyperlink" Target="https://pitch.com/?utm_medium=product-presentation&amp;utm_source=pdf_export&amp;utm_campaign=bottom_bar_cta&amp;utm_content=361dd698-8021-4ddc-a145-6a5032521c0f&amp;utm_term=PDF-PPTX-lastslide" TargetMode="External"/><Relationship Id="rId16" Type="http://schemas.openxmlformats.org/officeDocument/2006/relationships/image" Target="../media/image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hyperlink" Target="https://pitch.com/?utm_medium=product-presentation&amp;utm_source=pdf_export&amp;utm_campaign=bottom_bar_cta&amp;utm_content=361dd698-8021-4ddc-a145-6a5032521c0f&amp;utm_term=PDF-PPTX-lastslide" TargetMode="External"/><Relationship Id="rId4" Type="http://schemas.openxmlformats.org/officeDocument/2006/relationships/image" Target="../media/image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image" Target="../media/image2.png"/><Relationship Id="rId8" Type="http://schemas.openxmlformats.org/officeDocument/2006/relationships/hyperlink" Target="https://pitch.com/?utm_medium=product-presentation&amp;utm_source=pdf_export&amp;utm_campaign=bottom_bar_cta&amp;utm_content=361dd698-8021-4ddc-a145-6a5032521c0f&amp;utm_term=PDF-PPTX-lastslide" TargetMode="External"/><Relationship Id="rId9" Type="http://schemas.openxmlformats.org/officeDocument/2006/relationships/image" Target="../media/image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jpg"/><Relationship Id="rId4" Type="http://schemas.openxmlformats.org/officeDocument/2006/relationships/image" Target="../media/image3.jpg"/><Relationship Id="rId5" Type="http://schemas.openxmlformats.org/officeDocument/2006/relationships/hyperlink" Target="https://pitch.com/?utm_medium=product-presentation&amp;utm_source=pdf_export&amp;utm_campaign=bottom_bar_cta&amp;utm_content=361dd698-8021-4ddc-a145-6a5032521c0f&amp;utm_term=PDF-PPTX-lastslide" TargetMode="External"/><Relationship Id="rId6" Type="http://schemas.openxmlformats.org/officeDocument/2006/relationships/image" Target="../media/image4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.jpg"/><Relationship Id="rId4" Type="http://schemas.openxmlformats.org/officeDocument/2006/relationships/image" Target="../media/image39.png"/><Relationship Id="rId5" Type="http://schemas.openxmlformats.org/officeDocument/2006/relationships/hyperlink" Target="https://pitch.com/?utm_medium=product-presentation&amp;utm_source=pdf_export&amp;utm_campaign=bottom_bar_cta&amp;utm_content=361dd698-8021-4ddc-a145-6a5032521c0f&amp;utm_term=PDF-PPTX-lastslide" TargetMode="External"/><Relationship Id="rId6" Type="http://schemas.openxmlformats.org/officeDocument/2006/relationships/image" Target="../media/image4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.jpg"/><Relationship Id="rId4" Type="http://schemas.openxmlformats.org/officeDocument/2006/relationships/image" Target="../media/image40.jpg"/><Relationship Id="rId5" Type="http://schemas.openxmlformats.org/officeDocument/2006/relationships/hyperlink" Target="https://pitch.com/?utm_medium=product-presentation&amp;utm_source=pdf_export&amp;utm_campaign=bottom_bar_cta&amp;utm_content=361dd698-8021-4ddc-a145-6a5032521c0f&amp;utm_term=PDF-PPTX-lastslide" TargetMode="External"/><Relationship Id="rId6" Type="http://schemas.openxmlformats.org/officeDocument/2006/relationships/image" Target="../media/image4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hyperlink" Target="https://pitch.com/?utm_medium=product-presentation&amp;utm_source=pdf_export&amp;utm_campaign=bottom_bar_cta&amp;utm_content=361dd698-8021-4ddc-a145-6a5032521c0f&amp;utm_term=PDF-PPTX-lastslide" TargetMode="External"/><Relationship Id="rId4" Type="http://schemas.openxmlformats.org/officeDocument/2006/relationships/image" Target="../media/image4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Relationship Id="rId12" Type="http://schemas.openxmlformats.org/officeDocument/2006/relationships/image" Target="../media/image51.png"/><Relationship Id="rId13" Type="http://schemas.openxmlformats.org/officeDocument/2006/relationships/image" Target="../media/image3.jpg"/><Relationship Id="rId14" Type="http://schemas.openxmlformats.org/officeDocument/2006/relationships/hyperlink" Target="https://pitch.com/?utm_medium=product-presentation&amp;utm_source=pdf_export&amp;utm_campaign=bottom_bar_cta&amp;utm_content=361dd698-8021-4ddc-a145-6a5032521c0f&amp;utm_term=PDF-PPTX-lastslide" TargetMode="External"/><Relationship Id="rId15" Type="http://schemas.openxmlformats.org/officeDocument/2006/relationships/image" Target="../media/image4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image" Target="../media/image54.jpg"/><Relationship Id="rId8" Type="http://schemas.openxmlformats.org/officeDocument/2006/relationships/hyperlink" Target="https://pitch.com/?utm_medium=product-presentation&amp;utm_source=pdf_export&amp;utm_campaign=bottom_bar_cta&amp;utm_content=361dd698-8021-4ddc-a145-6a5032521c0f&amp;utm_term=PDF-PPTX-lastslide" TargetMode="External"/><Relationship Id="rId9" Type="http://schemas.openxmlformats.org/officeDocument/2006/relationships/image" Target="../media/image4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hyperlink" Target="https://pitch.com/?utm_medium=product-presentation&amp;utm_source=pdf_export&amp;utm_campaign=bottom_bar_cta&amp;utm_content=361dd698-8021-4ddc-a145-6a5032521c0f&amp;utm_term=PDF-PPTX-lastslide" TargetMode="External"/><Relationship Id="rId4" Type="http://schemas.openxmlformats.org/officeDocument/2006/relationships/image" Target="../media/image4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hyperlink" Target="https://pitch.com/?utm_medium=product-presentation&amp;utm_source=pdf_export&amp;utm_campaign=bottom_bar_cta&amp;utm_content=361dd698-8021-4ddc-a145-6a5032521c0f&amp;utm_term=PDF-PPTX-lastslide" TargetMode="External"/><Relationship Id="rId4" Type="http://schemas.openxmlformats.org/officeDocument/2006/relationships/image" Target="../media/image4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58.png"/><Relationship Id="rId8" Type="http://schemas.openxmlformats.org/officeDocument/2006/relationships/image" Target="../media/image16.png"/><Relationship Id="rId9" Type="http://schemas.openxmlformats.org/officeDocument/2006/relationships/hyperlink" Target="https://pitch.com/?utm_medium=product-presentation&amp;utm_source=pdf_export&amp;utm_campaign=bottom_bar_cta&amp;utm_content=361dd698-8021-4ddc-a145-6a5032521c0f&amp;utm_term=PDF-PPTX-lastslide" TargetMode="External"/><Relationship Id="rId10" Type="http://schemas.openxmlformats.org/officeDocument/2006/relationships/image" Target="../media/image4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58.png"/><Relationship Id="rId8" Type="http://schemas.openxmlformats.org/officeDocument/2006/relationships/image" Target="../media/image16.png"/><Relationship Id="rId9" Type="http://schemas.openxmlformats.org/officeDocument/2006/relationships/hyperlink" Target="https://pitch.com/?utm_medium=product-presentation&amp;utm_source=pdf_export&amp;utm_campaign=bottom_bar_cta&amp;utm_content=361dd698-8021-4ddc-a145-6a5032521c0f&amp;utm_term=PDF-PPTX-lastslide" TargetMode="External"/><Relationship Id="rId10" Type="http://schemas.openxmlformats.org/officeDocument/2006/relationships/image" Target="../media/image4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image" Target="../media/image2.png"/><Relationship Id="rId8" Type="http://schemas.openxmlformats.org/officeDocument/2006/relationships/hyperlink" Target="https://pitch.com/?utm_medium=product-presentation&amp;utm_source=pdf_export&amp;utm_campaign=bottom_bar_cta&amp;utm_content=361dd698-8021-4ddc-a145-6a5032521c0f&amp;utm_term=PDF-PPTX-lastslide" TargetMode="External"/><Relationship Id="rId9" Type="http://schemas.openxmlformats.org/officeDocument/2006/relationships/image" Target="../media/image4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3.jpg"/><Relationship Id="rId7" Type="http://schemas.openxmlformats.org/officeDocument/2006/relationships/image" Target="../media/image67.jpg"/><Relationship Id="rId8" Type="http://schemas.openxmlformats.org/officeDocument/2006/relationships/hyperlink" Target="https://pitch.com/?utm_medium=product-presentation&amp;utm_source=pdf_export&amp;utm_campaign=bottom_bar_cta&amp;utm_content=361dd698-8021-4ddc-a145-6a5032521c0f&amp;utm_term=PDF-PPTX-lastslide" TargetMode="External"/><Relationship Id="rId9" Type="http://schemas.openxmlformats.org/officeDocument/2006/relationships/image" Target="../media/image4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68.jpg"/><Relationship Id="rId4" Type="http://schemas.openxmlformats.org/officeDocument/2006/relationships/hyperlink" Target="https://pitch.com/?utm_medium=product-presentation&amp;utm_source=pdf_export&amp;utm_campaign=bottom_bar_cta&amp;utm_content=361dd698-8021-4ddc-a145-6a5032521c0f&amp;utm_term=PDF-PPTX-lastslide" TargetMode="External"/><Relationship Id="rId5" Type="http://schemas.openxmlformats.org/officeDocument/2006/relationships/image" Target="../media/image4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8.png"/><Relationship Id="rId3" Type="http://schemas.openxmlformats.org/officeDocument/2006/relationships/image" Target="../media/image67.jpg"/><Relationship Id="rId4" Type="http://schemas.openxmlformats.org/officeDocument/2006/relationships/image" Target="../media/image3.jpg"/><Relationship Id="rId5" Type="http://schemas.openxmlformats.org/officeDocument/2006/relationships/image" Target="../media/image69.jpg"/><Relationship Id="rId6" Type="http://schemas.openxmlformats.org/officeDocument/2006/relationships/hyperlink" Target="https://pitch.com/?utm_medium=product-presentation&amp;utm_source=pdf_export&amp;utm_campaign=bottom_bar_cta&amp;utm_content=361dd698-8021-4ddc-a145-6a5032521c0f&amp;utm_term=PDF-PPTX-lastslide" TargetMode="External"/><Relationship Id="rId7" Type="http://schemas.openxmlformats.org/officeDocument/2006/relationships/image" Target="../media/image4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png"/><Relationship Id="rId3" Type="http://schemas.openxmlformats.org/officeDocument/2006/relationships/image" Target="../media/image71.jpg"/><Relationship Id="rId4" Type="http://schemas.openxmlformats.org/officeDocument/2006/relationships/image" Target="../media/image72.png"/><Relationship Id="rId5" Type="http://schemas.openxmlformats.org/officeDocument/2006/relationships/image" Target="../media/image73.jpg"/><Relationship Id="rId6" Type="http://schemas.openxmlformats.org/officeDocument/2006/relationships/image" Target="../media/image74.jpg"/><Relationship Id="rId7" Type="http://schemas.openxmlformats.org/officeDocument/2006/relationships/image" Target="../media/image75.png"/><Relationship Id="rId8" Type="http://schemas.openxmlformats.org/officeDocument/2006/relationships/image" Target="../media/image7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2857499" y="380999"/>
              <a:ext cx="15049500" cy="9525000"/>
            </a:xfrm>
            <a:custGeom>
              <a:avLst/>
              <a:gdLst/>
              <a:ahLst/>
              <a:cxnLst/>
              <a:rect l="l" t="t" r="r" b="b"/>
              <a:pathLst>
                <a:path w="15049500" h="9525000">
                  <a:moveTo>
                    <a:pt x="14335125" y="9525000"/>
                  </a:moveTo>
                  <a:lnTo>
                    <a:pt x="714375" y="9525000"/>
                  </a:lnTo>
                  <a:lnTo>
                    <a:pt x="644353" y="9521570"/>
                  </a:lnTo>
                  <a:lnTo>
                    <a:pt x="575005" y="9511284"/>
                  </a:lnTo>
                  <a:lnTo>
                    <a:pt x="506999" y="9494245"/>
                  </a:lnTo>
                  <a:lnTo>
                    <a:pt x="440993" y="9470627"/>
                  </a:lnTo>
                  <a:lnTo>
                    <a:pt x="377617" y="9440652"/>
                  </a:lnTo>
                  <a:lnTo>
                    <a:pt x="317486" y="9404608"/>
                  </a:lnTo>
                  <a:lnTo>
                    <a:pt x="261182" y="9362844"/>
                  </a:lnTo>
                  <a:lnTo>
                    <a:pt x="209245" y="9315754"/>
                  </a:lnTo>
                  <a:lnTo>
                    <a:pt x="162150" y="9263820"/>
                  </a:lnTo>
                  <a:lnTo>
                    <a:pt x="120390" y="9207515"/>
                  </a:lnTo>
                  <a:lnTo>
                    <a:pt x="84347" y="9147384"/>
                  </a:lnTo>
                  <a:lnTo>
                    <a:pt x="54374" y="9084004"/>
                  </a:lnTo>
                  <a:lnTo>
                    <a:pt x="30751" y="9017997"/>
                  </a:lnTo>
                  <a:lnTo>
                    <a:pt x="13725" y="8949995"/>
                  </a:lnTo>
                  <a:lnTo>
                    <a:pt x="3431" y="8880644"/>
                  </a:lnTo>
                  <a:lnTo>
                    <a:pt x="0" y="8810625"/>
                  </a:lnTo>
                  <a:lnTo>
                    <a:pt x="0" y="714375"/>
                  </a:lnTo>
                  <a:lnTo>
                    <a:pt x="3431" y="644353"/>
                  </a:lnTo>
                  <a:lnTo>
                    <a:pt x="13725" y="575006"/>
                  </a:lnTo>
                  <a:lnTo>
                    <a:pt x="30752" y="507000"/>
                  </a:lnTo>
                  <a:lnTo>
                    <a:pt x="54380" y="440995"/>
                  </a:lnTo>
                  <a:lnTo>
                    <a:pt x="84345" y="377616"/>
                  </a:lnTo>
                  <a:lnTo>
                    <a:pt x="120393" y="317488"/>
                  </a:lnTo>
                  <a:lnTo>
                    <a:pt x="162149" y="261175"/>
                  </a:lnTo>
                  <a:lnTo>
                    <a:pt x="209241" y="209240"/>
                  </a:lnTo>
                  <a:lnTo>
                    <a:pt x="261177" y="162151"/>
                  </a:lnTo>
                  <a:lnTo>
                    <a:pt x="317485" y="120388"/>
                  </a:lnTo>
                  <a:lnTo>
                    <a:pt x="377617" y="84346"/>
                  </a:lnTo>
                  <a:lnTo>
                    <a:pt x="440994" y="54375"/>
                  </a:lnTo>
                  <a:lnTo>
                    <a:pt x="507000" y="30752"/>
                  </a:lnTo>
                  <a:lnTo>
                    <a:pt x="575007" y="13724"/>
                  </a:lnTo>
                  <a:lnTo>
                    <a:pt x="644353" y="3431"/>
                  </a:lnTo>
                  <a:lnTo>
                    <a:pt x="714375" y="0"/>
                  </a:lnTo>
                  <a:lnTo>
                    <a:pt x="14335140" y="0"/>
                  </a:lnTo>
                  <a:lnTo>
                    <a:pt x="14370201" y="857"/>
                  </a:lnTo>
                  <a:lnTo>
                    <a:pt x="14439949" y="7725"/>
                  </a:lnTo>
                  <a:lnTo>
                    <a:pt x="14508696" y="21403"/>
                  </a:lnTo>
                  <a:lnTo>
                    <a:pt x="14575778" y="41748"/>
                  </a:lnTo>
                  <a:lnTo>
                    <a:pt x="14640558" y="68583"/>
                  </a:lnTo>
                  <a:lnTo>
                    <a:pt x="14702398" y="101633"/>
                  </a:lnTo>
                  <a:lnTo>
                    <a:pt x="14760680" y="140580"/>
                  </a:lnTo>
                  <a:lnTo>
                    <a:pt x="14814881" y="185065"/>
                  </a:lnTo>
                  <a:lnTo>
                    <a:pt x="14864444" y="234638"/>
                  </a:lnTo>
                  <a:lnTo>
                    <a:pt x="14908921" y="288823"/>
                  </a:lnTo>
                  <a:lnTo>
                    <a:pt x="14947864" y="347107"/>
                  </a:lnTo>
                  <a:lnTo>
                    <a:pt x="14980914" y="408931"/>
                  </a:lnTo>
                  <a:lnTo>
                    <a:pt x="15007746" y="473708"/>
                  </a:lnTo>
                  <a:lnTo>
                    <a:pt x="15028095" y="540791"/>
                  </a:lnTo>
                  <a:lnTo>
                    <a:pt x="15041778" y="609555"/>
                  </a:lnTo>
                  <a:lnTo>
                    <a:pt x="15048646" y="679322"/>
                  </a:lnTo>
                  <a:lnTo>
                    <a:pt x="15049500" y="714375"/>
                  </a:lnTo>
                  <a:lnTo>
                    <a:pt x="15049500" y="8810625"/>
                  </a:lnTo>
                  <a:lnTo>
                    <a:pt x="15046071" y="8880643"/>
                  </a:lnTo>
                  <a:lnTo>
                    <a:pt x="15035784" y="8949994"/>
                  </a:lnTo>
                  <a:lnTo>
                    <a:pt x="15018746" y="9017997"/>
                  </a:lnTo>
                  <a:lnTo>
                    <a:pt x="14995127" y="9084007"/>
                  </a:lnTo>
                  <a:lnTo>
                    <a:pt x="14965144" y="9147399"/>
                  </a:lnTo>
                  <a:lnTo>
                    <a:pt x="14929107" y="9207514"/>
                  </a:lnTo>
                  <a:lnTo>
                    <a:pt x="14887361" y="9263796"/>
                  </a:lnTo>
                  <a:lnTo>
                    <a:pt x="14840241" y="9315769"/>
                  </a:lnTo>
                  <a:lnTo>
                    <a:pt x="14788321" y="9362842"/>
                  </a:lnTo>
                  <a:lnTo>
                    <a:pt x="14732028" y="9404598"/>
                  </a:lnTo>
                  <a:lnTo>
                    <a:pt x="14671848" y="9440671"/>
                  </a:lnTo>
                  <a:lnTo>
                    <a:pt x="14608497" y="9470631"/>
                  </a:lnTo>
                  <a:lnTo>
                    <a:pt x="14542489" y="9494249"/>
                  </a:lnTo>
                  <a:lnTo>
                    <a:pt x="14474479" y="9511287"/>
                  </a:lnTo>
                  <a:lnTo>
                    <a:pt x="14405135" y="9521572"/>
                  </a:lnTo>
                  <a:lnTo>
                    <a:pt x="14335125" y="95250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857500" y="380999"/>
              <a:ext cx="15049500" cy="9525000"/>
            </a:xfrm>
            <a:custGeom>
              <a:avLst/>
              <a:gdLst/>
              <a:ahLst/>
              <a:cxnLst/>
              <a:rect l="l" t="t" r="r" b="b"/>
              <a:pathLst>
                <a:path w="15049500" h="9525000">
                  <a:moveTo>
                    <a:pt x="714375" y="0"/>
                  </a:moveTo>
                  <a:lnTo>
                    <a:pt x="14335125" y="0"/>
                  </a:lnTo>
                </a:path>
                <a:path w="15049500" h="9525000">
                  <a:moveTo>
                    <a:pt x="15049500" y="714375"/>
                  </a:moveTo>
                  <a:lnTo>
                    <a:pt x="15049500" y="8810625"/>
                  </a:lnTo>
                </a:path>
                <a:path w="15049500" h="9525000">
                  <a:moveTo>
                    <a:pt x="14335125" y="9525000"/>
                  </a:moveTo>
                  <a:lnTo>
                    <a:pt x="714375" y="9524999"/>
                  </a:lnTo>
                </a:path>
                <a:path w="15049500" h="9525000">
                  <a:moveTo>
                    <a:pt x="0" y="8810625"/>
                  </a:moveTo>
                  <a:lnTo>
                    <a:pt x="0" y="714375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80999" y="380999"/>
              <a:ext cx="2190750" cy="9525000"/>
            </a:xfrm>
            <a:custGeom>
              <a:avLst/>
              <a:gdLst/>
              <a:ahLst/>
              <a:cxnLst/>
              <a:rect l="l" t="t" r="r" b="b"/>
              <a:pathLst>
                <a:path w="2190750" h="9525000">
                  <a:moveTo>
                    <a:pt x="1478756" y="9525000"/>
                  </a:moveTo>
                  <a:lnTo>
                    <a:pt x="711994" y="9525000"/>
                  </a:lnTo>
                  <a:lnTo>
                    <a:pt x="642206" y="9521574"/>
                  </a:lnTo>
                  <a:lnTo>
                    <a:pt x="573092" y="9511314"/>
                  </a:lnTo>
                  <a:lnTo>
                    <a:pt x="505309" y="9494351"/>
                  </a:lnTo>
                  <a:lnTo>
                    <a:pt x="439524" y="9470806"/>
                  </a:lnTo>
                  <a:lnTo>
                    <a:pt x="376361" y="9440934"/>
                  </a:lnTo>
                  <a:lnTo>
                    <a:pt x="316433" y="9405001"/>
                  </a:lnTo>
                  <a:lnTo>
                    <a:pt x="260302" y="9363389"/>
                  </a:lnTo>
                  <a:lnTo>
                    <a:pt x="208540" y="9316458"/>
                  </a:lnTo>
                  <a:lnTo>
                    <a:pt x="161607" y="9264699"/>
                  </a:lnTo>
                  <a:lnTo>
                    <a:pt x="119999" y="9208565"/>
                  </a:lnTo>
                  <a:lnTo>
                    <a:pt x="84065" y="9148642"/>
                  </a:lnTo>
                  <a:lnTo>
                    <a:pt x="54193" y="9085470"/>
                  </a:lnTo>
                  <a:lnTo>
                    <a:pt x="30651" y="9019691"/>
                  </a:lnTo>
                  <a:lnTo>
                    <a:pt x="13678" y="8951910"/>
                  </a:lnTo>
                  <a:lnTo>
                    <a:pt x="3421" y="8882797"/>
                  </a:lnTo>
                  <a:lnTo>
                    <a:pt x="0" y="8813006"/>
                  </a:lnTo>
                  <a:lnTo>
                    <a:pt x="0" y="711993"/>
                  </a:lnTo>
                  <a:lnTo>
                    <a:pt x="3420" y="642205"/>
                  </a:lnTo>
                  <a:lnTo>
                    <a:pt x="13679" y="573090"/>
                  </a:lnTo>
                  <a:lnTo>
                    <a:pt x="30651" y="505310"/>
                  </a:lnTo>
                  <a:lnTo>
                    <a:pt x="54196" y="439525"/>
                  </a:lnTo>
                  <a:lnTo>
                    <a:pt x="84064" y="376358"/>
                  </a:lnTo>
                  <a:lnTo>
                    <a:pt x="119993" y="316431"/>
                  </a:lnTo>
                  <a:lnTo>
                    <a:pt x="161609" y="260304"/>
                  </a:lnTo>
                  <a:lnTo>
                    <a:pt x="208538" y="208538"/>
                  </a:lnTo>
                  <a:lnTo>
                    <a:pt x="260304" y="161609"/>
                  </a:lnTo>
                  <a:lnTo>
                    <a:pt x="316432" y="119993"/>
                  </a:lnTo>
                  <a:lnTo>
                    <a:pt x="376358" y="84063"/>
                  </a:lnTo>
                  <a:lnTo>
                    <a:pt x="439525" y="54196"/>
                  </a:lnTo>
                  <a:lnTo>
                    <a:pt x="505310" y="30650"/>
                  </a:lnTo>
                  <a:lnTo>
                    <a:pt x="573090" y="13679"/>
                  </a:lnTo>
                  <a:lnTo>
                    <a:pt x="642205" y="3419"/>
                  </a:lnTo>
                  <a:lnTo>
                    <a:pt x="711994" y="0"/>
                  </a:lnTo>
                  <a:lnTo>
                    <a:pt x="1478755" y="0"/>
                  </a:lnTo>
                  <a:lnTo>
                    <a:pt x="1513690" y="853"/>
                  </a:lnTo>
                  <a:lnTo>
                    <a:pt x="1583228" y="7699"/>
                  </a:lnTo>
                  <a:lnTo>
                    <a:pt x="1651757" y="21334"/>
                  </a:lnTo>
                  <a:lnTo>
                    <a:pt x="1718624" y="41616"/>
                  </a:lnTo>
                  <a:lnTo>
                    <a:pt x="1783174" y="68355"/>
                  </a:lnTo>
                  <a:lnTo>
                    <a:pt x="1844796" y="101291"/>
                  </a:lnTo>
                  <a:lnTo>
                    <a:pt x="1902890" y="140111"/>
                  </a:lnTo>
                  <a:lnTo>
                    <a:pt x="1956905" y="184436"/>
                  </a:lnTo>
                  <a:lnTo>
                    <a:pt x="2006310" y="233845"/>
                  </a:lnTo>
                  <a:lnTo>
                    <a:pt x="2050639" y="287857"/>
                  </a:lnTo>
                  <a:lnTo>
                    <a:pt x="2089456" y="345953"/>
                  </a:lnTo>
                  <a:lnTo>
                    <a:pt x="2122396" y="407575"/>
                  </a:lnTo>
                  <a:lnTo>
                    <a:pt x="2149133" y="472129"/>
                  </a:lnTo>
                  <a:lnTo>
                    <a:pt x="2169416" y="538992"/>
                  </a:lnTo>
                  <a:lnTo>
                    <a:pt x="2183047" y="607521"/>
                  </a:lnTo>
                  <a:lnTo>
                    <a:pt x="2189898" y="677057"/>
                  </a:lnTo>
                  <a:lnTo>
                    <a:pt x="2190750" y="8813006"/>
                  </a:lnTo>
                  <a:lnTo>
                    <a:pt x="2189896" y="8847940"/>
                  </a:lnTo>
                  <a:lnTo>
                    <a:pt x="2183048" y="8917478"/>
                  </a:lnTo>
                  <a:lnTo>
                    <a:pt x="2169415" y="8986007"/>
                  </a:lnTo>
                  <a:lnTo>
                    <a:pt x="2149135" y="9052873"/>
                  </a:lnTo>
                  <a:lnTo>
                    <a:pt x="2122396" y="9117423"/>
                  </a:lnTo>
                  <a:lnTo>
                    <a:pt x="2089456" y="9179045"/>
                  </a:lnTo>
                  <a:lnTo>
                    <a:pt x="2050639" y="9237140"/>
                  </a:lnTo>
                  <a:lnTo>
                    <a:pt x="2006314" y="9291157"/>
                  </a:lnTo>
                  <a:lnTo>
                    <a:pt x="1956905" y="9340560"/>
                  </a:lnTo>
                  <a:lnTo>
                    <a:pt x="1902890" y="9384888"/>
                  </a:lnTo>
                  <a:lnTo>
                    <a:pt x="1844794" y="9423700"/>
                  </a:lnTo>
                  <a:lnTo>
                    <a:pt x="1783175" y="9456647"/>
                  </a:lnTo>
                  <a:lnTo>
                    <a:pt x="1718624" y="9483385"/>
                  </a:lnTo>
                  <a:lnTo>
                    <a:pt x="1651758" y="9503667"/>
                  </a:lnTo>
                  <a:lnTo>
                    <a:pt x="1583227" y="9517290"/>
                  </a:lnTo>
                  <a:lnTo>
                    <a:pt x="1513690" y="9524146"/>
                  </a:lnTo>
                  <a:lnTo>
                    <a:pt x="1478756" y="95250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81000" y="380999"/>
              <a:ext cx="2190750" cy="9525000"/>
            </a:xfrm>
            <a:custGeom>
              <a:avLst/>
              <a:gdLst/>
              <a:ahLst/>
              <a:cxnLst/>
              <a:rect l="l" t="t" r="r" b="b"/>
              <a:pathLst>
                <a:path w="2190750" h="9525000">
                  <a:moveTo>
                    <a:pt x="711993" y="0"/>
                  </a:moveTo>
                  <a:lnTo>
                    <a:pt x="1478756" y="0"/>
                  </a:lnTo>
                </a:path>
                <a:path w="2190750" h="9525000">
                  <a:moveTo>
                    <a:pt x="2190750" y="711993"/>
                  </a:moveTo>
                  <a:lnTo>
                    <a:pt x="2190750" y="8813006"/>
                  </a:lnTo>
                </a:path>
                <a:path w="2190750" h="9525000">
                  <a:moveTo>
                    <a:pt x="1478756" y="9525000"/>
                  </a:moveTo>
                  <a:lnTo>
                    <a:pt x="711993" y="9525000"/>
                  </a:lnTo>
                </a:path>
                <a:path w="2190750" h="9525000">
                  <a:moveTo>
                    <a:pt x="0" y="8813006"/>
                  </a:moveTo>
                  <a:lnTo>
                    <a:pt x="0" y="711993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3624783" y="535453"/>
            <a:ext cx="4218305" cy="3980815"/>
          </a:xfrm>
          <a:prstGeom prst="rect">
            <a:avLst/>
          </a:prstGeom>
        </p:spPr>
        <p:txBody>
          <a:bodyPr wrap="square" lIns="0" tIns="709294" rIns="0" bIns="0" rtlCol="0" vert="horz">
            <a:spAutoFit/>
          </a:bodyPr>
          <a:lstStyle/>
          <a:p>
            <a:pPr marL="12700" marR="5080">
              <a:lnSpc>
                <a:spcPct val="70100"/>
              </a:lnSpc>
              <a:spcBef>
                <a:spcPts val="5584"/>
              </a:spcBef>
            </a:pPr>
            <a:r>
              <a:rPr dirty="0" sz="15250" spc="-94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dirty="0" sz="15250" spc="-985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15250" spc="-1160">
                <a:solidFill>
                  <a:srgbClr val="FFFFFF"/>
                </a:solidFill>
                <a:latin typeface="Lucida Sans Unicode"/>
                <a:cs typeface="Lucida Sans Unicode"/>
              </a:rPr>
              <a:t>l</a:t>
            </a:r>
            <a:r>
              <a:rPr dirty="0" sz="15250" spc="-107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15250" spc="-36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dirty="0" sz="15250" spc="-9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250" spc="-940">
                <a:solidFill>
                  <a:srgbClr val="FFFFFF"/>
                </a:solidFill>
                <a:latin typeface="Lucida Sans Unicode"/>
                <a:cs typeface="Lucida Sans Unicode"/>
              </a:rPr>
              <a:t>P</a:t>
            </a:r>
            <a:r>
              <a:rPr dirty="0" sz="15250" spc="-113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dirty="0" sz="15250" spc="-98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15250" spc="-915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dirty="0" sz="15250" spc="-33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endParaRPr sz="15250">
              <a:latin typeface="Lucida Sans Unicode"/>
              <a:cs typeface="Lucida Sans Unicode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205394" y="782799"/>
            <a:ext cx="16048355" cy="9291320"/>
            <a:chOff x="205394" y="782799"/>
            <a:chExt cx="16048355" cy="9291320"/>
          </a:xfrm>
        </p:grpSpPr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95891" y="782799"/>
              <a:ext cx="4257659" cy="8724887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0221" y="6933163"/>
              <a:ext cx="1581149" cy="1581149"/>
            </a:xfrm>
            <a:prstGeom prst="rect">
              <a:avLst/>
            </a:prstGeom>
          </p:spPr>
        </p:pic>
        <p:pic>
          <p:nvPicPr>
            <p:cNvPr id="11" name="object 11" descr="">
              <a:hlinkClick r:id="rId4"/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5394" y="9606975"/>
              <a:ext cx="771524" cy="466709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1316056" y="4390229"/>
            <a:ext cx="279400" cy="1379220"/>
          </a:xfrm>
          <a:prstGeom prst="rect">
            <a:avLst/>
          </a:prstGeom>
        </p:spPr>
        <p:txBody>
          <a:bodyPr wrap="square" lIns="0" tIns="3302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1350" spc="55">
                <a:solidFill>
                  <a:srgbClr val="FFFFFF"/>
                </a:solidFill>
                <a:latin typeface="Lucida Console"/>
                <a:cs typeface="Lucida Console"/>
              </a:rPr>
              <a:t>From</a:t>
            </a:r>
            <a:r>
              <a:rPr dirty="0" sz="1350" spc="150">
                <a:solidFill>
                  <a:srgbClr val="FFFFFF"/>
                </a:solidFill>
                <a:latin typeface="Lucida Console"/>
                <a:cs typeface="Lucida Console"/>
              </a:rPr>
              <a:t> </a:t>
            </a:r>
            <a:r>
              <a:rPr dirty="0" sz="1350" spc="50">
                <a:solidFill>
                  <a:srgbClr val="FFFFFF"/>
                </a:solidFill>
                <a:latin typeface="Lucida Console"/>
                <a:cs typeface="Lucida Console"/>
              </a:rPr>
              <a:t>Algoviz</a:t>
            </a:r>
            <a:endParaRPr sz="1350">
              <a:latin typeface="Lucida Console"/>
              <a:cs typeface="Lucida Console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698157" y="1038648"/>
            <a:ext cx="1590675" cy="1113790"/>
          </a:xfrm>
          <a:prstGeom prst="rect"/>
        </p:spPr>
        <p:txBody>
          <a:bodyPr wrap="square" lIns="0" tIns="147955" rIns="0" bIns="0" rtlCol="0" vert="horz">
            <a:spAutoFit/>
          </a:bodyPr>
          <a:lstStyle/>
          <a:p>
            <a:pPr marL="12700" marR="5080">
              <a:lnSpc>
                <a:spcPct val="78100"/>
              </a:lnSpc>
              <a:spcBef>
                <a:spcPts val="1165"/>
              </a:spcBef>
            </a:pPr>
            <a:r>
              <a:rPr dirty="0" sz="4000" spc="-675"/>
              <a:t>T</a:t>
            </a:r>
            <a:r>
              <a:rPr dirty="0" sz="4000" spc="-240"/>
              <a:t>e</a:t>
            </a:r>
            <a:r>
              <a:rPr dirty="0" sz="4000" spc="-229"/>
              <a:t>c</a:t>
            </a:r>
            <a:r>
              <a:rPr dirty="0" sz="4000" spc="-240"/>
              <a:t>h</a:t>
            </a:r>
            <a:r>
              <a:rPr dirty="0" sz="4000" spc="-235"/>
              <a:t>E</a:t>
            </a:r>
            <a:r>
              <a:rPr dirty="0" sz="4000" spc="-155"/>
              <a:t>d</a:t>
            </a:r>
            <a:r>
              <a:rPr dirty="0" sz="4000" spc="-300"/>
              <a:t> </a:t>
            </a:r>
            <a:r>
              <a:rPr dirty="0" sz="4000" spc="-204"/>
              <a:t>Stream</a:t>
            </a:r>
            <a:endParaRPr sz="4000"/>
          </a:p>
        </p:txBody>
      </p:sp>
      <p:sp>
        <p:nvSpPr>
          <p:cNvPr id="14" name="object 14" descr=""/>
          <p:cNvSpPr txBox="1"/>
          <p:nvPr/>
        </p:nvSpPr>
        <p:spPr>
          <a:xfrm>
            <a:off x="17733898" y="9674225"/>
            <a:ext cx="13081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0">
                <a:solidFill>
                  <a:srgbClr val="FFFFFF"/>
                </a:solidFill>
                <a:latin typeface="Lucida Console"/>
                <a:cs typeface="Lucida Console"/>
              </a:rPr>
              <a:t>1</a:t>
            </a:r>
            <a:endParaRPr sz="135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2857499" y="380999"/>
              <a:ext cx="15049500" cy="9525000"/>
            </a:xfrm>
            <a:custGeom>
              <a:avLst/>
              <a:gdLst/>
              <a:ahLst/>
              <a:cxnLst/>
              <a:rect l="l" t="t" r="r" b="b"/>
              <a:pathLst>
                <a:path w="15049500" h="9525000">
                  <a:moveTo>
                    <a:pt x="14335125" y="9525000"/>
                  </a:moveTo>
                  <a:lnTo>
                    <a:pt x="714375" y="9525000"/>
                  </a:lnTo>
                  <a:lnTo>
                    <a:pt x="644353" y="9521570"/>
                  </a:lnTo>
                  <a:lnTo>
                    <a:pt x="575005" y="9511284"/>
                  </a:lnTo>
                  <a:lnTo>
                    <a:pt x="506999" y="9494245"/>
                  </a:lnTo>
                  <a:lnTo>
                    <a:pt x="440993" y="9470627"/>
                  </a:lnTo>
                  <a:lnTo>
                    <a:pt x="377617" y="9440652"/>
                  </a:lnTo>
                  <a:lnTo>
                    <a:pt x="317486" y="9404608"/>
                  </a:lnTo>
                  <a:lnTo>
                    <a:pt x="261182" y="9362844"/>
                  </a:lnTo>
                  <a:lnTo>
                    <a:pt x="209245" y="9315754"/>
                  </a:lnTo>
                  <a:lnTo>
                    <a:pt x="162150" y="9263820"/>
                  </a:lnTo>
                  <a:lnTo>
                    <a:pt x="120390" y="9207515"/>
                  </a:lnTo>
                  <a:lnTo>
                    <a:pt x="84347" y="9147384"/>
                  </a:lnTo>
                  <a:lnTo>
                    <a:pt x="54374" y="9084004"/>
                  </a:lnTo>
                  <a:lnTo>
                    <a:pt x="30751" y="9017997"/>
                  </a:lnTo>
                  <a:lnTo>
                    <a:pt x="13725" y="8949995"/>
                  </a:lnTo>
                  <a:lnTo>
                    <a:pt x="3431" y="8880644"/>
                  </a:lnTo>
                  <a:lnTo>
                    <a:pt x="0" y="8810625"/>
                  </a:lnTo>
                  <a:lnTo>
                    <a:pt x="0" y="714375"/>
                  </a:lnTo>
                  <a:lnTo>
                    <a:pt x="3431" y="644353"/>
                  </a:lnTo>
                  <a:lnTo>
                    <a:pt x="13725" y="575006"/>
                  </a:lnTo>
                  <a:lnTo>
                    <a:pt x="30753" y="507000"/>
                  </a:lnTo>
                  <a:lnTo>
                    <a:pt x="54380" y="440995"/>
                  </a:lnTo>
                  <a:lnTo>
                    <a:pt x="84345" y="377616"/>
                  </a:lnTo>
                  <a:lnTo>
                    <a:pt x="120393" y="317488"/>
                  </a:lnTo>
                  <a:lnTo>
                    <a:pt x="162150" y="261175"/>
                  </a:lnTo>
                  <a:lnTo>
                    <a:pt x="209241" y="209240"/>
                  </a:lnTo>
                  <a:lnTo>
                    <a:pt x="261177" y="162151"/>
                  </a:lnTo>
                  <a:lnTo>
                    <a:pt x="317487" y="120390"/>
                  </a:lnTo>
                  <a:lnTo>
                    <a:pt x="377618" y="84347"/>
                  </a:lnTo>
                  <a:lnTo>
                    <a:pt x="440994" y="54375"/>
                  </a:lnTo>
                  <a:lnTo>
                    <a:pt x="507000" y="30754"/>
                  </a:lnTo>
                  <a:lnTo>
                    <a:pt x="575007" y="13727"/>
                  </a:lnTo>
                  <a:lnTo>
                    <a:pt x="644353" y="3431"/>
                  </a:lnTo>
                  <a:lnTo>
                    <a:pt x="714375" y="0"/>
                  </a:lnTo>
                  <a:lnTo>
                    <a:pt x="14335140" y="0"/>
                  </a:lnTo>
                  <a:lnTo>
                    <a:pt x="14370201" y="857"/>
                  </a:lnTo>
                  <a:lnTo>
                    <a:pt x="14439949" y="7726"/>
                  </a:lnTo>
                  <a:lnTo>
                    <a:pt x="14508695" y="21404"/>
                  </a:lnTo>
                  <a:lnTo>
                    <a:pt x="14575778" y="41748"/>
                  </a:lnTo>
                  <a:lnTo>
                    <a:pt x="14640558" y="68584"/>
                  </a:lnTo>
                  <a:lnTo>
                    <a:pt x="14702397" y="101635"/>
                  </a:lnTo>
                  <a:lnTo>
                    <a:pt x="14760680" y="140581"/>
                  </a:lnTo>
                  <a:lnTo>
                    <a:pt x="14814881" y="185065"/>
                  </a:lnTo>
                  <a:lnTo>
                    <a:pt x="14864444" y="234638"/>
                  </a:lnTo>
                  <a:lnTo>
                    <a:pt x="14908921" y="288824"/>
                  </a:lnTo>
                  <a:lnTo>
                    <a:pt x="14947864" y="347107"/>
                  </a:lnTo>
                  <a:lnTo>
                    <a:pt x="14980914" y="408931"/>
                  </a:lnTo>
                  <a:lnTo>
                    <a:pt x="15007745" y="473709"/>
                  </a:lnTo>
                  <a:lnTo>
                    <a:pt x="15028095" y="540791"/>
                  </a:lnTo>
                  <a:lnTo>
                    <a:pt x="15041778" y="609555"/>
                  </a:lnTo>
                  <a:lnTo>
                    <a:pt x="15048646" y="679322"/>
                  </a:lnTo>
                  <a:lnTo>
                    <a:pt x="15049500" y="714375"/>
                  </a:lnTo>
                  <a:lnTo>
                    <a:pt x="15049500" y="8810625"/>
                  </a:lnTo>
                  <a:lnTo>
                    <a:pt x="15046071" y="8880643"/>
                  </a:lnTo>
                  <a:lnTo>
                    <a:pt x="15035784" y="8949994"/>
                  </a:lnTo>
                  <a:lnTo>
                    <a:pt x="15018746" y="9017997"/>
                  </a:lnTo>
                  <a:lnTo>
                    <a:pt x="14995127" y="9084007"/>
                  </a:lnTo>
                  <a:lnTo>
                    <a:pt x="14965144" y="9147399"/>
                  </a:lnTo>
                  <a:lnTo>
                    <a:pt x="14929107" y="9207514"/>
                  </a:lnTo>
                  <a:lnTo>
                    <a:pt x="14887361" y="9263796"/>
                  </a:lnTo>
                  <a:lnTo>
                    <a:pt x="14840241" y="9315769"/>
                  </a:lnTo>
                  <a:lnTo>
                    <a:pt x="14788321" y="9362842"/>
                  </a:lnTo>
                  <a:lnTo>
                    <a:pt x="14732028" y="9404598"/>
                  </a:lnTo>
                  <a:lnTo>
                    <a:pt x="14671848" y="9440671"/>
                  </a:lnTo>
                  <a:lnTo>
                    <a:pt x="14608497" y="9470631"/>
                  </a:lnTo>
                  <a:lnTo>
                    <a:pt x="14542489" y="9494249"/>
                  </a:lnTo>
                  <a:lnTo>
                    <a:pt x="14474479" y="9511287"/>
                  </a:lnTo>
                  <a:lnTo>
                    <a:pt x="14405135" y="9521572"/>
                  </a:lnTo>
                  <a:lnTo>
                    <a:pt x="14335125" y="95250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857500" y="380999"/>
              <a:ext cx="15049500" cy="9525000"/>
            </a:xfrm>
            <a:custGeom>
              <a:avLst/>
              <a:gdLst/>
              <a:ahLst/>
              <a:cxnLst/>
              <a:rect l="l" t="t" r="r" b="b"/>
              <a:pathLst>
                <a:path w="15049500" h="9525000">
                  <a:moveTo>
                    <a:pt x="714375" y="0"/>
                  </a:moveTo>
                  <a:lnTo>
                    <a:pt x="14335125" y="0"/>
                  </a:lnTo>
                </a:path>
                <a:path w="15049500" h="9525000">
                  <a:moveTo>
                    <a:pt x="15049500" y="714375"/>
                  </a:moveTo>
                  <a:lnTo>
                    <a:pt x="15049500" y="8810625"/>
                  </a:lnTo>
                </a:path>
                <a:path w="15049500" h="9525000">
                  <a:moveTo>
                    <a:pt x="14335125" y="9525000"/>
                  </a:moveTo>
                  <a:lnTo>
                    <a:pt x="714375" y="9524999"/>
                  </a:lnTo>
                </a:path>
                <a:path w="15049500" h="9525000">
                  <a:moveTo>
                    <a:pt x="0" y="8810625"/>
                  </a:moveTo>
                  <a:lnTo>
                    <a:pt x="0" y="714375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80999" y="380999"/>
              <a:ext cx="2190750" cy="9525000"/>
            </a:xfrm>
            <a:custGeom>
              <a:avLst/>
              <a:gdLst/>
              <a:ahLst/>
              <a:cxnLst/>
              <a:rect l="l" t="t" r="r" b="b"/>
              <a:pathLst>
                <a:path w="2190750" h="9525000">
                  <a:moveTo>
                    <a:pt x="1478756" y="9525000"/>
                  </a:moveTo>
                  <a:lnTo>
                    <a:pt x="711994" y="9525000"/>
                  </a:lnTo>
                  <a:lnTo>
                    <a:pt x="642206" y="9521574"/>
                  </a:lnTo>
                  <a:lnTo>
                    <a:pt x="573092" y="9511314"/>
                  </a:lnTo>
                  <a:lnTo>
                    <a:pt x="505309" y="9494351"/>
                  </a:lnTo>
                  <a:lnTo>
                    <a:pt x="439524" y="9470806"/>
                  </a:lnTo>
                  <a:lnTo>
                    <a:pt x="376361" y="9440934"/>
                  </a:lnTo>
                  <a:lnTo>
                    <a:pt x="316433" y="9405001"/>
                  </a:lnTo>
                  <a:lnTo>
                    <a:pt x="260302" y="9363389"/>
                  </a:lnTo>
                  <a:lnTo>
                    <a:pt x="208540" y="9316458"/>
                  </a:lnTo>
                  <a:lnTo>
                    <a:pt x="161607" y="9264699"/>
                  </a:lnTo>
                  <a:lnTo>
                    <a:pt x="119999" y="9208565"/>
                  </a:lnTo>
                  <a:lnTo>
                    <a:pt x="84065" y="9148642"/>
                  </a:lnTo>
                  <a:lnTo>
                    <a:pt x="54193" y="9085470"/>
                  </a:lnTo>
                  <a:lnTo>
                    <a:pt x="30651" y="9019691"/>
                  </a:lnTo>
                  <a:lnTo>
                    <a:pt x="13678" y="8951910"/>
                  </a:lnTo>
                  <a:lnTo>
                    <a:pt x="3421" y="8882797"/>
                  </a:lnTo>
                  <a:lnTo>
                    <a:pt x="0" y="8813006"/>
                  </a:lnTo>
                  <a:lnTo>
                    <a:pt x="0" y="711993"/>
                  </a:lnTo>
                  <a:lnTo>
                    <a:pt x="3420" y="642205"/>
                  </a:lnTo>
                  <a:lnTo>
                    <a:pt x="13679" y="573090"/>
                  </a:lnTo>
                  <a:lnTo>
                    <a:pt x="30651" y="505310"/>
                  </a:lnTo>
                  <a:lnTo>
                    <a:pt x="54197" y="439525"/>
                  </a:lnTo>
                  <a:lnTo>
                    <a:pt x="84064" y="376358"/>
                  </a:lnTo>
                  <a:lnTo>
                    <a:pt x="119993" y="316431"/>
                  </a:lnTo>
                  <a:lnTo>
                    <a:pt x="161609" y="260304"/>
                  </a:lnTo>
                  <a:lnTo>
                    <a:pt x="208538" y="208538"/>
                  </a:lnTo>
                  <a:lnTo>
                    <a:pt x="260305" y="161609"/>
                  </a:lnTo>
                  <a:lnTo>
                    <a:pt x="316432" y="119993"/>
                  </a:lnTo>
                  <a:lnTo>
                    <a:pt x="376358" y="84064"/>
                  </a:lnTo>
                  <a:lnTo>
                    <a:pt x="439525" y="54196"/>
                  </a:lnTo>
                  <a:lnTo>
                    <a:pt x="505310" y="30651"/>
                  </a:lnTo>
                  <a:lnTo>
                    <a:pt x="573091" y="13682"/>
                  </a:lnTo>
                  <a:lnTo>
                    <a:pt x="642205" y="3420"/>
                  </a:lnTo>
                  <a:lnTo>
                    <a:pt x="711994" y="0"/>
                  </a:lnTo>
                  <a:lnTo>
                    <a:pt x="1478755" y="0"/>
                  </a:lnTo>
                  <a:lnTo>
                    <a:pt x="1513690" y="853"/>
                  </a:lnTo>
                  <a:lnTo>
                    <a:pt x="1583228" y="7701"/>
                  </a:lnTo>
                  <a:lnTo>
                    <a:pt x="1651757" y="21335"/>
                  </a:lnTo>
                  <a:lnTo>
                    <a:pt x="1718624" y="41616"/>
                  </a:lnTo>
                  <a:lnTo>
                    <a:pt x="1783174" y="68355"/>
                  </a:lnTo>
                  <a:lnTo>
                    <a:pt x="1844796" y="101292"/>
                  </a:lnTo>
                  <a:lnTo>
                    <a:pt x="1902890" y="140111"/>
                  </a:lnTo>
                  <a:lnTo>
                    <a:pt x="1956904" y="184436"/>
                  </a:lnTo>
                  <a:lnTo>
                    <a:pt x="2006310" y="233845"/>
                  </a:lnTo>
                  <a:lnTo>
                    <a:pt x="2050639" y="287857"/>
                  </a:lnTo>
                  <a:lnTo>
                    <a:pt x="2089456" y="345953"/>
                  </a:lnTo>
                  <a:lnTo>
                    <a:pt x="2122396" y="407575"/>
                  </a:lnTo>
                  <a:lnTo>
                    <a:pt x="2149132" y="472129"/>
                  </a:lnTo>
                  <a:lnTo>
                    <a:pt x="2169416" y="538992"/>
                  </a:lnTo>
                  <a:lnTo>
                    <a:pt x="2183047" y="607521"/>
                  </a:lnTo>
                  <a:lnTo>
                    <a:pt x="2189898" y="677057"/>
                  </a:lnTo>
                  <a:lnTo>
                    <a:pt x="2190750" y="8813006"/>
                  </a:lnTo>
                  <a:lnTo>
                    <a:pt x="2189896" y="8847940"/>
                  </a:lnTo>
                  <a:lnTo>
                    <a:pt x="2183049" y="8917478"/>
                  </a:lnTo>
                  <a:lnTo>
                    <a:pt x="2169415" y="8986007"/>
                  </a:lnTo>
                  <a:lnTo>
                    <a:pt x="2149135" y="9052873"/>
                  </a:lnTo>
                  <a:lnTo>
                    <a:pt x="2122396" y="9117423"/>
                  </a:lnTo>
                  <a:lnTo>
                    <a:pt x="2089456" y="9179045"/>
                  </a:lnTo>
                  <a:lnTo>
                    <a:pt x="2050639" y="9237140"/>
                  </a:lnTo>
                  <a:lnTo>
                    <a:pt x="2006314" y="9291157"/>
                  </a:lnTo>
                  <a:lnTo>
                    <a:pt x="1956905" y="9340560"/>
                  </a:lnTo>
                  <a:lnTo>
                    <a:pt x="1902890" y="9384888"/>
                  </a:lnTo>
                  <a:lnTo>
                    <a:pt x="1844794" y="9423700"/>
                  </a:lnTo>
                  <a:lnTo>
                    <a:pt x="1783175" y="9456647"/>
                  </a:lnTo>
                  <a:lnTo>
                    <a:pt x="1718624" y="9483385"/>
                  </a:lnTo>
                  <a:lnTo>
                    <a:pt x="1651758" y="9503667"/>
                  </a:lnTo>
                  <a:lnTo>
                    <a:pt x="1583227" y="9517290"/>
                  </a:lnTo>
                  <a:lnTo>
                    <a:pt x="1513690" y="9524146"/>
                  </a:lnTo>
                  <a:lnTo>
                    <a:pt x="1478756" y="95250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81000" y="380999"/>
              <a:ext cx="2190750" cy="9525000"/>
            </a:xfrm>
            <a:custGeom>
              <a:avLst/>
              <a:gdLst/>
              <a:ahLst/>
              <a:cxnLst/>
              <a:rect l="l" t="t" r="r" b="b"/>
              <a:pathLst>
                <a:path w="2190750" h="9525000">
                  <a:moveTo>
                    <a:pt x="711993" y="0"/>
                  </a:moveTo>
                  <a:lnTo>
                    <a:pt x="1478756" y="0"/>
                  </a:lnTo>
                </a:path>
                <a:path w="2190750" h="9525000">
                  <a:moveTo>
                    <a:pt x="2190750" y="711993"/>
                  </a:moveTo>
                  <a:lnTo>
                    <a:pt x="2190750" y="8813006"/>
                  </a:lnTo>
                </a:path>
                <a:path w="2190750" h="9525000">
                  <a:moveTo>
                    <a:pt x="1478756" y="9525000"/>
                  </a:moveTo>
                  <a:lnTo>
                    <a:pt x="711993" y="9525000"/>
                  </a:lnTo>
                </a:path>
                <a:path w="2190750" h="9525000">
                  <a:moveTo>
                    <a:pt x="0" y="8813006"/>
                  </a:moveTo>
                  <a:lnTo>
                    <a:pt x="0" y="711993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919480">
              <a:lnSpc>
                <a:spcPct val="100000"/>
              </a:lnSpc>
              <a:spcBef>
                <a:spcPts val="125"/>
              </a:spcBef>
            </a:pPr>
            <a:r>
              <a:rPr dirty="0" spc="-1065"/>
              <a:t>T</a:t>
            </a:r>
            <a:r>
              <a:rPr dirty="0" spc="-365"/>
              <a:t>e</a:t>
            </a:r>
            <a:r>
              <a:rPr dirty="0" spc="-355"/>
              <a:t>c</a:t>
            </a:r>
            <a:r>
              <a:rPr dirty="0" spc="-370"/>
              <a:t>h</a:t>
            </a:r>
            <a:r>
              <a:rPr dirty="0" spc="-360"/>
              <a:t>E</a:t>
            </a:r>
            <a:r>
              <a:rPr dirty="0" spc="-235"/>
              <a:t>d</a:t>
            </a:r>
            <a:r>
              <a:rPr dirty="0" spc="-459"/>
              <a:t> </a:t>
            </a:r>
            <a:r>
              <a:rPr dirty="0" spc="-400"/>
              <a:t>Stream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3608872" y="2188166"/>
            <a:ext cx="4313555" cy="1130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2900" spc="-90">
                <a:solidFill>
                  <a:srgbClr val="FFFFFF"/>
                </a:solidFill>
                <a:latin typeface="Lucida Sans Unicode"/>
                <a:cs typeface="Lucida Sans Unicode"/>
              </a:rPr>
              <a:t>Master</a:t>
            </a:r>
            <a:r>
              <a:rPr dirty="0" sz="29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85">
                <a:solidFill>
                  <a:srgbClr val="FFFFFF"/>
                </a:solidFill>
                <a:latin typeface="Lucida Sans Unicode"/>
                <a:cs typeface="Lucida Sans Unicode"/>
              </a:rPr>
              <a:t>Engineering</a:t>
            </a:r>
            <a:r>
              <a:rPr dirty="0" sz="2900" spc="-85">
                <a:solidFill>
                  <a:srgbClr val="FFFFFF"/>
                </a:solidFill>
                <a:latin typeface="Arial MT"/>
                <a:cs typeface="Arial MT"/>
              </a:rPr>
              <a:t>, </a:t>
            </a:r>
            <a:r>
              <a:rPr dirty="0" sz="2900" spc="-200">
                <a:solidFill>
                  <a:srgbClr val="FFFFFF"/>
                </a:solidFill>
                <a:latin typeface="Lucida Sans Unicode"/>
                <a:cs typeface="Lucida Sans Unicode"/>
              </a:rPr>
              <a:t>Thro</a:t>
            </a:r>
            <a:r>
              <a:rPr dirty="0" sz="2900" spc="-20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900" spc="-200">
                <a:solidFill>
                  <a:srgbClr val="FFFFFF"/>
                </a:solidFill>
                <a:latin typeface="Lucida Sans Unicode"/>
                <a:cs typeface="Lucida Sans Unicode"/>
              </a:rPr>
              <a:t>gh</a:t>
            </a:r>
            <a:r>
              <a:rPr dirty="0" sz="29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45">
                <a:solidFill>
                  <a:srgbClr val="FFFFFF"/>
                </a:solidFill>
                <a:latin typeface="Lucida Sans Unicode"/>
                <a:cs typeface="Lucida Sans Unicode"/>
              </a:rPr>
              <a:t>Vis</a:t>
            </a:r>
            <a:r>
              <a:rPr dirty="0" sz="2900" spc="-145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900" spc="-145">
                <a:solidFill>
                  <a:srgbClr val="FFFFFF"/>
                </a:solidFill>
                <a:latin typeface="Lucida Sans Unicode"/>
                <a:cs typeface="Lucida Sans Unicode"/>
              </a:rPr>
              <a:t>al</a:t>
            </a:r>
            <a:r>
              <a:rPr dirty="0" sz="29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85">
                <a:solidFill>
                  <a:srgbClr val="FFFFFF"/>
                </a:solidFill>
                <a:latin typeface="Lucida Sans Unicode"/>
                <a:cs typeface="Lucida Sans Unicode"/>
              </a:rPr>
              <a:t>Animations</a:t>
            </a:r>
            <a:endParaRPr sz="2900">
              <a:latin typeface="Lucida Sans Unicode"/>
              <a:cs typeface="Lucida Sans Unicode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701445" y="1487424"/>
            <a:ext cx="17586960" cy="8799830"/>
            <a:chOff x="701445" y="1487424"/>
            <a:chExt cx="17586960" cy="879983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02623" y="1487424"/>
              <a:ext cx="9485376" cy="8799576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1445" y="6956907"/>
              <a:ext cx="1581149" cy="158114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84392" y="2646331"/>
              <a:ext cx="7103607" cy="5705459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690013" y="1036127"/>
            <a:ext cx="1590675" cy="1113790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marL="12700" marR="5080">
              <a:lnSpc>
                <a:spcPct val="78100"/>
              </a:lnSpc>
              <a:spcBef>
                <a:spcPts val="1165"/>
              </a:spcBef>
            </a:pPr>
            <a:r>
              <a:rPr dirty="0" sz="4000" spc="-675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4000" spc="-24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4000" spc="-229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dirty="0" sz="4000" spc="-24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dirty="0" sz="4000" spc="-235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4000" spc="-155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dirty="0" sz="4000" spc="-3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204">
                <a:solidFill>
                  <a:srgbClr val="FFFFFF"/>
                </a:solidFill>
                <a:latin typeface="Lucida Sans Unicode"/>
                <a:cs typeface="Lucida Sans Unicode"/>
              </a:rPr>
              <a:t>Stream</a:t>
            </a:r>
            <a:endParaRPr sz="4000">
              <a:latin typeface="Lucida Sans Unicode"/>
              <a:cs typeface="Lucida Sans Unicode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281547" y="5437022"/>
            <a:ext cx="7073265" cy="1196340"/>
          </a:xfrm>
          <a:prstGeom prst="rect">
            <a:avLst/>
          </a:prstGeom>
        </p:spPr>
        <p:txBody>
          <a:bodyPr wrap="square" lIns="0" tIns="267970" rIns="0" bIns="0" rtlCol="0" vert="horz">
            <a:spAutoFit/>
          </a:bodyPr>
          <a:lstStyle/>
          <a:p>
            <a:pPr marL="12700" marR="5080">
              <a:lnSpc>
                <a:spcPct val="54800"/>
              </a:lnSpc>
              <a:spcBef>
                <a:spcPts val="2110"/>
              </a:spcBef>
            </a:pPr>
            <a:r>
              <a:rPr dirty="0" sz="2550" spc="-170">
                <a:solidFill>
                  <a:srgbClr val="FFFFFF"/>
                </a:solidFill>
                <a:latin typeface="Lucida Sans Unicode"/>
                <a:cs typeface="Lucida Sans Unicode"/>
              </a:rPr>
              <a:t>TechEd</a:t>
            </a:r>
            <a:r>
              <a:rPr dirty="0" sz="255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135">
                <a:solidFill>
                  <a:srgbClr val="FFFFFF"/>
                </a:solidFill>
                <a:latin typeface="Lucida Sans Unicode"/>
                <a:cs typeface="Lucida Sans Unicode"/>
              </a:rPr>
              <a:t>Stream</a:t>
            </a:r>
            <a:r>
              <a:rPr dirty="0" sz="255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160">
                <a:solidFill>
                  <a:srgbClr val="FFFFFF"/>
                </a:solidFill>
                <a:latin typeface="Lucida Sans Unicode"/>
                <a:cs typeface="Lucida Sans Unicode"/>
              </a:rPr>
              <a:t>is</a:t>
            </a:r>
            <a:r>
              <a:rPr dirty="0" sz="255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55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650" spc="-345">
                <a:solidFill>
                  <a:srgbClr val="FFFFFF"/>
                </a:solidFill>
                <a:latin typeface="Arial MT"/>
                <a:cs typeface="Arial MT"/>
              </a:rPr>
              <a:t>w</a:t>
            </a:r>
            <a:r>
              <a:rPr dirty="0" sz="2550" spc="-345">
                <a:solidFill>
                  <a:srgbClr val="FFFFFF"/>
                </a:solidFill>
                <a:latin typeface="Lucida Sans Unicode"/>
                <a:cs typeface="Lucida Sans Unicode"/>
              </a:rPr>
              <a:t>eb</a:t>
            </a:r>
            <a:r>
              <a:rPr dirty="0" sz="255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135">
                <a:solidFill>
                  <a:srgbClr val="FFFFFF"/>
                </a:solidFill>
                <a:latin typeface="Lucida Sans Unicode"/>
                <a:cs typeface="Lucida Sans Unicode"/>
              </a:rPr>
              <a:t>app</a:t>
            </a:r>
            <a:r>
              <a:rPr dirty="0" sz="255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25">
                <a:solidFill>
                  <a:srgbClr val="FFFFFF"/>
                </a:solidFill>
                <a:latin typeface="Lucida Sans Unicode"/>
                <a:cs typeface="Lucida Sans Unicode"/>
              </a:rPr>
              <a:t>that</a:t>
            </a:r>
            <a:r>
              <a:rPr dirty="0" sz="255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235">
                <a:solidFill>
                  <a:srgbClr val="FFFFFF"/>
                </a:solidFill>
                <a:latin typeface="Lucida Sans Unicode"/>
                <a:cs typeface="Lucida Sans Unicode"/>
              </a:rPr>
              <a:t>sol</a:t>
            </a:r>
            <a:r>
              <a:rPr dirty="0" sz="3650" spc="-235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550" spc="-235">
                <a:solidFill>
                  <a:srgbClr val="FFFFFF"/>
                </a:solidFill>
                <a:latin typeface="Lucida Sans Unicode"/>
                <a:cs typeface="Lucida Sans Unicode"/>
              </a:rPr>
              <a:t>es</a:t>
            </a:r>
            <a:r>
              <a:rPr dirty="0" sz="255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33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3650" spc="-33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550" spc="-330">
                <a:solidFill>
                  <a:srgbClr val="FFFFFF"/>
                </a:solidFill>
                <a:latin typeface="Lucida Sans Unicode"/>
                <a:cs typeface="Lucida Sans Unicode"/>
              </a:rPr>
              <a:t>er</a:t>
            </a:r>
            <a:r>
              <a:rPr dirty="0" sz="3650" spc="-330">
                <a:solidFill>
                  <a:srgbClr val="FFFFFF"/>
                </a:solidFill>
                <a:latin typeface="Arial MT"/>
                <a:cs typeface="Arial MT"/>
              </a:rPr>
              <a:t>y </a:t>
            </a:r>
            <a:r>
              <a:rPr dirty="0" sz="2550" spc="-185">
                <a:solidFill>
                  <a:srgbClr val="FFFFFF"/>
                </a:solidFill>
                <a:latin typeface="Lucida Sans Unicode"/>
                <a:cs typeface="Lucida Sans Unicode"/>
              </a:rPr>
              <a:t>engineering</a:t>
            </a:r>
            <a:r>
              <a:rPr dirty="0" sz="255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270">
                <a:solidFill>
                  <a:srgbClr val="FFFFFF"/>
                </a:solidFill>
                <a:latin typeface="Lucida Sans Unicode"/>
                <a:cs typeface="Lucida Sans Unicode"/>
              </a:rPr>
              <a:t>problem</a:t>
            </a:r>
            <a:r>
              <a:rPr dirty="0" sz="3650" spc="-27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dirty="0" sz="3650" spc="-3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550" spc="-175">
                <a:solidFill>
                  <a:srgbClr val="FFFFFF"/>
                </a:solidFill>
                <a:latin typeface="Lucida Sans Unicode"/>
                <a:cs typeface="Lucida Sans Unicode"/>
              </a:rPr>
              <a:t>regardless</a:t>
            </a:r>
            <a:r>
              <a:rPr dirty="0" sz="255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3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dirty="0" sz="255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7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55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650" spc="-27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550" spc="-270">
                <a:solidFill>
                  <a:srgbClr val="FFFFFF"/>
                </a:solidFill>
                <a:latin typeface="Lucida Sans Unicode"/>
                <a:cs typeface="Lucida Sans Unicode"/>
              </a:rPr>
              <a:t>niq</a:t>
            </a:r>
            <a:r>
              <a:rPr dirty="0" sz="3650" spc="-27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550" spc="-270">
                <a:solidFill>
                  <a:srgbClr val="FFFFFF"/>
                </a:solidFill>
                <a:latin typeface="Lucida Sans Unicode"/>
                <a:cs typeface="Lucida Sans Unicode"/>
              </a:rPr>
              <a:t>eness </a:t>
            </a:r>
            <a:r>
              <a:rPr dirty="0" sz="2550" spc="-3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dirty="0" sz="2550" spc="-1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85">
                <a:solidFill>
                  <a:srgbClr val="FFFFFF"/>
                </a:solidFill>
                <a:latin typeface="Lucida Sans Unicode"/>
                <a:cs typeface="Lucida Sans Unicode"/>
              </a:rPr>
              <a:t>each</a:t>
            </a:r>
            <a:r>
              <a:rPr dirty="0" sz="255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85">
                <a:solidFill>
                  <a:srgbClr val="FFFFFF"/>
                </a:solidFill>
                <a:latin typeface="Lucida Sans Unicode"/>
                <a:cs typeface="Lucida Sans Unicode"/>
              </a:rPr>
              <a:t>q</a:t>
            </a:r>
            <a:r>
              <a:rPr dirty="0" sz="3650" spc="-85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550" spc="-85">
                <a:solidFill>
                  <a:srgbClr val="FFFFFF"/>
                </a:solidFill>
                <a:latin typeface="Lucida Sans Unicode"/>
                <a:cs typeface="Lucida Sans Unicode"/>
              </a:rPr>
              <a:t>estion</a:t>
            </a:r>
            <a:endParaRPr sz="2550">
              <a:latin typeface="Lucida Sans Unicode"/>
              <a:cs typeface="Lucida Sans Unicode"/>
            </a:endParaRPr>
          </a:p>
        </p:txBody>
      </p:sp>
      <p:pic>
        <p:nvPicPr>
          <p:cNvPr id="15" name="object 15" descr="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5394" y="9606975"/>
            <a:ext cx="771524" cy="4667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1"/>
            <a:ext cx="18288000" cy="10287000"/>
            <a:chOff x="0" y="1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2857499" y="380999"/>
              <a:ext cx="15049500" cy="9525000"/>
            </a:xfrm>
            <a:custGeom>
              <a:avLst/>
              <a:gdLst/>
              <a:ahLst/>
              <a:cxnLst/>
              <a:rect l="l" t="t" r="r" b="b"/>
              <a:pathLst>
                <a:path w="15049500" h="9525000">
                  <a:moveTo>
                    <a:pt x="14335125" y="9525000"/>
                  </a:moveTo>
                  <a:lnTo>
                    <a:pt x="714375" y="9525000"/>
                  </a:lnTo>
                  <a:lnTo>
                    <a:pt x="644353" y="9521570"/>
                  </a:lnTo>
                  <a:lnTo>
                    <a:pt x="575005" y="9511284"/>
                  </a:lnTo>
                  <a:lnTo>
                    <a:pt x="506999" y="9494245"/>
                  </a:lnTo>
                  <a:lnTo>
                    <a:pt x="440993" y="9470627"/>
                  </a:lnTo>
                  <a:lnTo>
                    <a:pt x="377617" y="9440652"/>
                  </a:lnTo>
                  <a:lnTo>
                    <a:pt x="317486" y="9404608"/>
                  </a:lnTo>
                  <a:lnTo>
                    <a:pt x="261182" y="9362844"/>
                  </a:lnTo>
                  <a:lnTo>
                    <a:pt x="209245" y="9315754"/>
                  </a:lnTo>
                  <a:lnTo>
                    <a:pt x="162150" y="9263820"/>
                  </a:lnTo>
                  <a:lnTo>
                    <a:pt x="120390" y="9207515"/>
                  </a:lnTo>
                  <a:lnTo>
                    <a:pt x="84347" y="9147384"/>
                  </a:lnTo>
                  <a:lnTo>
                    <a:pt x="54374" y="9084004"/>
                  </a:lnTo>
                  <a:lnTo>
                    <a:pt x="30751" y="9017997"/>
                  </a:lnTo>
                  <a:lnTo>
                    <a:pt x="13725" y="8949995"/>
                  </a:lnTo>
                  <a:lnTo>
                    <a:pt x="3431" y="8880644"/>
                  </a:lnTo>
                  <a:lnTo>
                    <a:pt x="0" y="8810625"/>
                  </a:lnTo>
                  <a:lnTo>
                    <a:pt x="0" y="714375"/>
                  </a:lnTo>
                  <a:lnTo>
                    <a:pt x="3431" y="644353"/>
                  </a:lnTo>
                  <a:lnTo>
                    <a:pt x="13725" y="575006"/>
                  </a:lnTo>
                  <a:lnTo>
                    <a:pt x="30753" y="507000"/>
                  </a:lnTo>
                  <a:lnTo>
                    <a:pt x="54380" y="440995"/>
                  </a:lnTo>
                  <a:lnTo>
                    <a:pt x="84345" y="377616"/>
                  </a:lnTo>
                  <a:lnTo>
                    <a:pt x="120394" y="317489"/>
                  </a:lnTo>
                  <a:lnTo>
                    <a:pt x="162150" y="261176"/>
                  </a:lnTo>
                  <a:lnTo>
                    <a:pt x="209241" y="209240"/>
                  </a:lnTo>
                  <a:lnTo>
                    <a:pt x="261177" y="162152"/>
                  </a:lnTo>
                  <a:lnTo>
                    <a:pt x="317487" y="120390"/>
                  </a:lnTo>
                  <a:lnTo>
                    <a:pt x="377618" y="84347"/>
                  </a:lnTo>
                  <a:lnTo>
                    <a:pt x="440994" y="54375"/>
                  </a:lnTo>
                  <a:lnTo>
                    <a:pt x="507000" y="30754"/>
                  </a:lnTo>
                  <a:lnTo>
                    <a:pt x="575007" y="13727"/>
                  </a:lnTo>
                  <a:lnTo>
                    <a:pt x="644353" y="3433"/>
                  </a:lnTo>
                  <a:lnTo>
                    <a:pt x="714375" y="0"/>
                  </a:lnTo>
                  <a:lnTo>
                    <a:pt x="14335140" y="0"/>
                  </a:lnTo>
                  <a:lnTo>
                    <a:pt x="14370201" y="857"/>
                  </a:lnTo>
                  <a:lnTo>
                    <a:pt x="14439948" y="7727"/>
                  </a:lnTo>
                  <a:lnTo>
                    <a:pt x="14508695" y="21404"/>
                  </a:lnTo>
                  <a:lnTo>
                    <a:pt x="14575778" y="41748"/>
                  </a:lnTo>
                  <a:lnTo>
                    <a:pt x="14640558" y="68584"/>
                  </a:lnTo>
                  <a:lnTo>
                    <a:pt x="14702397" y="101635"/>
                  </a:lnTo>
                  <a:lnTo>
                    <a:pt x="14760679" y="140582"/>
                  </a:lnTo>
                  <a:lnTo>
                    <a:pt x="14814881" y="185065"/>
                  </a:lnTo>
                  <a:lnTo>
                    <a:pt x="14864444" y="234638"/>
                  </a:lnTo>
                  <a:lnTo>
                    <a:pt x="14908920" y="288824"/>
                  </a:lnTo>
                  <a:lnTo>
                    <a:pt x="14947864" y="347107"/>
                  </a:lnTo>
                  <a:lnTo>
                    <a:pt x="14980914" y="408931"/>
                  </a:lnTo>
                  <a:lnTo>
                    <a:pt x="15007745" y="473709"/>
                  </a:lnTo>
                  <a:lnTo>
                    <a:pt x="15028095" y="540791"/>
                  </a:lnTo>
                  <a:lnTo>
                    <a:pt x="15041778" y="609555"/>
                  </a:lnTo>
                  <a:lnTo>
                    <a:pt x="15048646" y="679322"/>
                  </a:lnTo>
                  <a:lnTo>
                    <a:pt x="15049500" y="714375"/>
                  </a:lnTo>
                  <a:lnTo>
                    <a:pt x="15049500" y="8810625"/>
                  </a:lnTo>
                  <a:lnTo>
                    <a:pt x="15046071" y="8880643"/>
                  </a:lnTo>
                  <a:lnTo>
                    <a:pt x="15035784" y="8949994"/>
                  </a:lnTo>
                  <a:lnTo>
                    <a:pt x="15018746" y="9017997"/>
                  </a:lnTo>
                  <a:lnTo>
                    <a:pt x="14995127" y="9084007"/>
                  </a:lnTo>
                  <a:lnTo>
                    <a:pt x="14965144" y="9147399"/>
                  </a:lnTo>
                  <a:lnTo>
                    <a:pt x="14929107" y="9207514"/>
                  </a:lnTo>
                  <a:lnTo>
                    <a:pt x="14887361" y="9263796"/>
                  </a:lnTo>
                  <a:lnTo>
                    <a:pt x="14840241" y="9315769"/>
                  </a:lnTo>
                  <a:lnTo>
                    <a:pt x="14788321" y="9362842"/>
                  </a:lnTo>
                  <a:lnTo>
                    <a:pt x="14732028" y="9404598"/>
                  </a:lnTo>
                  <a:lnTo>
                    <a:pt x="14671848" y="9440671"/>
                  </a:lnTo>
                  <a:lnTo>
                    <a:pt x="14608497" y="9470631"/>
                  </a:lnTo>
                  <a:lnTo>
                    <a:pt x="14542489" y="9494249"/>
                  </a:lnTo>
                  <a:lnTo>
                    <a:pt x="14474479" y="9511287"/>
                  </a:lnTo>
                  <a:lnTo>
                    <a:pt x="14405135" y="9521572"/>
                  </a:lnTo>
                  <a:lnTo>
                    <a:pt x="14335125" y="95250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857500" y="380999"/>
              <a:ext cx="15049500" cy="9525000"/>
            </a:xfrm>
            <a:custGeom>
              <a:avLst/>
              <a:gdLst/>
              <a:ahLst/>
              <a:cxnLst/>
              <a:rect l="l" t="t" r="r" b="b"/>
              <a:pathLst>
                <a:path w="15049500" h="9525000">
                  <a:moveTo>
                    <a:pt x="714375" y="0"/>
                  </a:moveTo>
                  <a:lnTo>
                    <a:pt x="14335125" y="0"/>
                  </a:lnTo>
                </a:path>
                <a:path w="15049500" h="9525000">
                  <a:moveTo>
                    <a:pt x="15049500" y="714375"/>
                  </a:moveTo>
                  <a:lnTo>
                    <a:pt x="15049500" y="8810625"/>
                  </a:lnTo>
                </a:path>
                <a:path w="15049500" h="9525000">
                  <a:moveTo>
                    <a:pt x="14335125" y="9525000"/>
                  </a:moveTo>
                  <a:lnTo>
                    <a:pt x="714375" y="9524999"/>
                  </a:lnTo>
                </a:path>
                <a:path w="15049500" h="9525000">
                  <a:moveTo>
                    <a:pt x="0" y="8810625"/>
                  </a:moveTo>
                  <a:lnTo>
                    <a:pt x="0" y="714375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80999" y="380999"/>
              <a:ext cx="2190750" cy="9525000"/>
            </a:xfrm>
            <a:custGeom>
              <a:avLst/>
              <a:gdLst/>
              <a:ahLst/>
              <a:cxnLst/>
              <a:rect l="l" t="t" r="r" b="b"/>
              <a:pathLst>
                <a:path w="2190750" h="9525000">
                  <a:moveTo>
                    <a:pt x="1478756" y="9525000"/>
                  </a:moveTo>
                  <a:lnTo>
                    <a:pt x="711994" y="9525000"/>
                  </a:lnTo>
                  <a:lnTo>
                    <a:pt x="642206" y="9521574"/>
                  </a:lnTo>
                  <a:lnTo>
                    <a:pt x="573092" y="9511314"/>
                  </a:lnTo>
                  <a:lnTo>
                    <a:pt x="505309" y="9494351"/>
                  </a:lnTo>
                  <a:lnTo>
                    <a:pt x="439524" y="9470806"/>
                  </a:lnTo>
                  <a:lnTo>
                    <a:pt x="376361" y="9440934"/>
                  </a:lnTo>
                  <a:lnTo>
                    <a:pt x="316433" y="9405001"/>
                  </a:lnTo>
                  <a:lnTo>
                    <a:pt x="260302" y="9363389"/>
                  </a:lnTo>
                  <a:lnTo>
                    <a:pt x="208540" y="9316458"/>
                  </a:lnTo>
                  <a:lnTo>
                    <a:pt x="161607" y="9264699"/>
                  </a:lnTo>
                  <a:lnTo>
                    <a:pt x="119999" y="9208565"/>
                  </a:lnTo>
                  <a:lnTo>
                    <a:pt x="84065" y="9148642"/>
                  </a:lnTo>
                  <a:lnTo>
                    <a:pt x="54193" y="9085470"/>
                  </a:lnTo>
                  <a:lnTo>
                    <a:pt x="30651" y="9019691"/>
                  </a:lnTo>
                  <a:lnTo>
                    <a:pt x="13678" y="8951910"/>
                  </a:lnTo>
                  <a:lnTo>
                    <a:pt x="3420" y="8882797"/>
                  </a:lnTo>
                  <a:lnTo>
                    <a:pt x="0" y="8813006"/>
                  </a:lnTo>
                  <a:lnTo>
                    <a:pt x="0" y="711993"/>
                  </a:lnTo>
                  <a:lnTo>
                    <a:pt x="3420" y="642205"/>
                  </a:lnTo>
                  <a:lnTo>
                    <a:pt x="13679" y="573090"/>
                  </a:lnTo>
                  <a:lnTo>
                    <a:pt x="30651" y="505310"/>
                  </a:lnTo>
                  <a:lnTo>
                    <a:pt x="54197" y="439525"/>
                  </a:lnTo>
                  <a:lnTo>
                    <a:pt x="84064" y="376358"/>
                  </a:lnTo>
                  <a:lnTo>
                    <a:pt x="119993" y="316431"/>
                  </a:lnTo>
                  <a:lnTo>
                    <a:pt x="161609" y="260304"/>
                  </a:lnTo>
                  <a:lnTo>
                    <a:pt x="208539" y="208539"/>
                  </a:lnTo>
                  <a:lnTo>
                    <a:pt x="260305" y="161609"/>
                  </a:lnTo>
                  <a:lnTo>
                    <a:pt x="316432" y="119993"/>
                  </a:lnTo>
                  <a:lnTo>
                    <a:pt x="376359" y="84065"/>
                  </a:lnTo>
                  <a:lnTo>
                    <a:pt x="439526" y="54198"/>
                  </a:lnTo>
                  <a:lnTo>
                    <a:pt x="505310" y="30651"/>
                  </a:lnTo>
                  <a:lnTo>
                    <a:pt x="573091" y="13682"/>
                  </a:lnTo>
                  <a:lnTo>
                    <a:pt x="642205" y="3421"/>
                  </a:lnTo>
                  <a:lnTo>
                    <a:pt x="711994" y="0"/>
                  </a:lnTo>
                  <a:lnTo>
                    <a:pt x="1478755" y="0"/>
                  </a:lnTo>
                  <a:lnTo>
                    <a:pt x="1513690" y="854"/>
                  </a:lnTo>
                  <a:lnTo>
                    <a:pt x="1583228" y="7702"/>
                  </a:lnTo>
                  <a:lnTo>
                    <a:pt x="1651757" y="21335"/>
                  </a:lnTo>
                  <a:lnTo>
                    <a:pt x="1718624" y="41617"/>
                  </a:lnTo>
                  <a:lnTo>
                    <a:pt x="1783173" y="68356"/>
                  </a:lnTo>
                  <a:lnTo>
                    <a:pt x="1844796" y="101292"/>
                  </a:lnTo>
                  <a:lnTo>
                    <a:pt x="1902890" y="140111"/>
                  </a:lnTo>
                  <a:lnTo>
                    <a:pt x="1956904" y="184437"/>
                  </a:lnTo>
                  <a:lnTo>
                    <a:pt x="2006309" y="233845"/>
                  </a:lnTo>
                  <a:lnTo>
                    <a:pt x="2050639" y="287857"/>
                  </a:lnTo>
                  <a:lnTo>
                    <a:pt x="2089456" y="345954"/>
                  </a:lnTo>
                  <a:lnTo>
                    <a:pt x="2122396" y="407575"/>
                  </a:lnTo>
                  <a:lnTo>
                    <a:pt x="2149132" y="472129"/>
                  </a:lnTo>
                  <a:lnTo>
                    <a:pt x="2169416" y="538992"/>
                  </a:lnTo>
                  <a:lnTo>
                    <a:pt x="2183046" y="607522"/>
                  </a:lnTo>
                  <a:lnTo>
                    <a:pt x="2189898" y="677057"/>
                  </a:lnTo>
                  <a:lnTo>
                    <a:pt x="2190750" y="8813006"/>
                  </a:lnTo>
                  <a:lnTo>
                    <a:pt x="2189896" y="8847940"/>
                  </a:lnTo>
                  <a:lnTo>
                    <a:pt x="2183049" y="8917478"/>
                  </a:lnTo>
                  <a:lnTo>
                    <a:pt x="2169415" y="8986007"/>
                  </a:lnTo>
                  <a:lnTo>
                    <a:pt x="2149135" y="9052873"/>
                  </a:lnTo>
                  <a:lnTo>
                    <a:pt x="2122396" y="9117423"/>
                  </a:lnTo>
                  <a:lnTo>
                    <a:pt x="2089456" y="9179045"/>
                  </a:lnTo>
                  <a:lnTo>
                    <a:pt x="2050639" y="9237140"/>
                  </a:lnTo>
                  <a:lnTo>
                    <a:pt x="2006314" y="9291157"/>
                  </a:lnTo>
                  <a:lnTo>
                    <a:pt x="1956905" y="9340560"/>
                  </a:lnTo>
                  <a:lnTo>
                    <a:pt x="1902890" y="9384888"/>
                  </a:lnTo>
                  <a:lnTo>
                    <a:pt x="1844794" y="9423700"/>
                  </a:lnTo>
                  <a:lnTo>
                    <a:pt x="1783175" y="9456647"/>
                  </a:lnTo>
                  <a:lnTo>
                    <a:pt x="1718624" y="9483385"/>
                  </a:lnTo>
                  <a:lnTo>
                    <a:pt x="1651758" y="9503667"/>
                  </a:lnTo>
                  <a:lnTo>
                    <a:pt x="1583227" y="9517290"/>
                  </a:lnTo>
                  <a:lnTo>
                    <a:pt x="1513690" y="9524146"/>
                  </a:lnTo>
                  <a:lnTo>
                    <a:pt x="1478756" y="95250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81000" y="380999"/>
              <a:ext cx="2190750" cy="9525000"/>
            </a:xfrm>
            <a:custGeom>
              <a:avLst/>
              <a:gdLst/>
              <a:ahLst/>
              <a:cxnLst/>
              <a:rect l="l" t="t" r="r" b="b"/>
              <a:pathLst>
                <a:path w="2190750" h="9525000">
                  <a:moveTo>
                    <a:pt x="711993" y="0"/>
                  </a:moveTo>
                  <a:lnTo>
                    <a:pt x="1478756" y="0"/>
                  </a:lnTo>
                </a:path>
                <a:path w="2190750" h="9525000">
                  <a:moveTo>
                    <a:pt x="2190750" y="711993"/>
                  </a:moveTo>
                  <a:lnTo>
                    <a:pt x="2190750" y="8813006"/>
                  </a:lnTo>
                </a:path>
                <a:path w="2190750" h="9525000">
                  <a:moveTo>
                    <a:pt x="1478756" y="9525000"/>
                  </a:moveTo>
                  <a:lnTo>
                    <a:pt x="711993" y="9525000"/>
                  </a:lnTo>
                </a:path>
                <a:path w="2190750" h="9525000">
                  <a:moveTo>
                    <a:pt x="0" y="8813006"/>
                  </a:moveTo>
                  <a:lnTo>
                    <a:pt x="0" y="711993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919480">
              <a:lnSpc>
                <a:spcPct val="100000"/>
              </a:lnSpc>
              <a:spcBef>
                <a:spcPts val="125"/>
              </a:spcBef>
            </a:pPr>
            <a:r>
              <a:rPr dirty="0" spc="-495"/>
              <a:t>Overview</a:t>
            </a: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33" y="7270028"/>
            <a:ext cx="1581149" cy="158114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690013" y="1036130"/>
            <a:ext cx="1590675" cy="1113790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marL="12700" marR="5080">
              <a:lnSpc>
                <a:spcPct val="78100"/>
              </a:lnSpc>
              <a:spcBef>
                <a:spcPts val="1165"/>
              </a:spcBef>
            </a:pPr>
            <a:r>
              <a:rPr dirty="0" sz="4000" spc="-675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4000" spc="-24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4000" spc="-229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dirty="0" sz="4000" spc="-24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dirty="0" sz="4000" spc="-235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4000" spc="-155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dirty="0" sz="4000" spc="-3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204">
                <a:solidFill>
                  <a:srgbClr val="FFFFFF"/>
                </a:solidFill>
                <a:latin typeface="Lucida Sans Unicode"/>
                <a:cs typeface="Lucida Sans Unicode"/>
              </a:rPr>
              <a:t>Stream</a:t>
            </a:r>
            <a:endParaRPr sz="4000">
              <a:latin typeface="Lucida Sans Unicode"/>
              <a:cs typeface="Lucida Sans Unicode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228207" y="2699827"/>
            <a:ext cx="14079219" cy="607822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19380" marR="4897120" indent="-107314">
              <a:lnSpc>
                <a:spcPct val="123900"/>
              </a:lnSpc>
              <a:spcBef>
                <a:spcPts val="65"/>
              </a:spcBef>
            </a:pPr>
            <a:r>
              <a:rPr dirty="0" sz="2900" spc="-170">
                <a:solidFill>
                  <a:srgbClr val="FFFFFF"/>
                </a:solidFill>
                <a:latin typeface="Lucida Sans Unicode"/>
                <a:cs typeface="Lucida Sans Unicode"/>
              </a:rPr>
              <a:t>There</a:t>
            </a:r>
            <a:r>
              <a:rPr dirty="0" sz="2900" spc="-170">
                <a:solidFill>
                  <a:srgbClr val="FFFFFF"/>
                </a:solidFill>
                <a:latin typeface="Arial MT"/>
                <a:cs typeface="Arial MT"/>
              </a:rPr>
              <a:t>’</a:t>
            </a:r>
            <a:r>
              <a:rPr dirty="0" sz="2900" spc="-17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dirty="0" sz="29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14">
                <a:solidFill>
                  <a:srgbClr val="FFFFFF"/>
                </a:solidFill>
                <a:latin typeface="Lucida Sans Unicode"/>
                <a:cs typeface="Lucida Sans Unicode"/>
              </a:rPr>
              <a:t>an</a:t>
            </a:r>
            <a:r>
              <a:rPr dirty="0" sz="29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75">
                <a:solidFill>
                  <a:srgbClr val="FFFFFF"/>
                </a:solidFill>
                <a:latin typeface="Lucida Sans Unicode"/>
                <a:cs typeface="Lucida Sans Unicode"/>
              </a:rPr>
              <a:t>engineering</a:t>
            </a:r>
            <a:r>
              <a:rPr dirty="0" sz="29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60">
                <a:solidFill>
                  <a:srgbClr val="FFFFFF"/>
                </a:solidFill>
                <a:latin typeface="Lucida Sans Unicode"/>
                <a:cs typeface="Lucida Sans Unicode"/>
              </a:rPr>
              <a:t>st</a:t>
            </a:r>
            <a:r>
              <a:rPr dirty="0" sz="2900" spc="-6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900" spc="-60">
                <a:solidFill>
                  <a:srgbClr val="FFFFFF"/>
                </a:solidFill>
                <a:latin typeface="Lucida Sans Unicode"/>
                <a:cs typeface="Lucida Sans Unicode"/>
              </a:rPr>
              <a:t>dent</a:t>
            </a:r>
            <a:r>
              <a:rPr dirty="0" sz="2900" spc="-6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dirty="0" sz="290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00" spc="-195">
                <a:solidFill>
                  <a:srgbClr val="FFFFFF"/>
                </a:solidFill>
                <a:latin typeface="Lucida Sans Unicode"/>
                <a:cs typeface="Lucida Sans Unicode"/>
              </a:rPr>
              <a:t>prepping</a:t>
            </a:r>
            <a:r>
              <a:rPr dirty="0" sz="29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85">
                <a:solidFill>
                  <a:srgbClr val="FFFFFF"/>
                </a:solidFill>
                <a:latin typeface="Lucida Sans Unicode"/>
                <a:cs typeface="Lucida Sans Unicode"/>
              </a:rPr>
              <a:t>hard</a:t>
            </a:r>
            <a:r>
              <a:rPr dirty="0" sz="29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14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29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25">
                <a:solidFill>
                  <a:srgbClr val="FFFFFF"/>
                </a:solidFill>
                <a:latin typeface="Lucida Sans Unicode"/>
                <a:cs typeface="Lucida Sans Unicode"/>
              </a:rPr>
              <a:t>his </a:t>
            </a:r>
            <a:r>
              <a:rPr dirty="0" sz="2900" spc="-125">
                <a:solidFill>
                  <a:srgbClr val="FFFFFF"/>
                </a:solidFill>
                <a:latin typeface="Lucida Sans Unicode"/>
                <a:cs typeface="Lucida Sans Unicode"/>
              </a:rPr>
              <a:t>semester</a:t>
            </a:r>
            <a:r>
              <a:rPr dirty="0" sz="29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65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2900" spc="-165">
                <a:solidFill>
                  <a:srgbClr val="FFFFFF"/>
                </a:solidFill>
                <a:latin typeface="Arial MT"/>
                <a:cs typeface="Arial MT"/>
              </a:rPr>
              <a:t>x</a:t>
            </a:r>
            <a:r>
              <a:rPr dirty="0" sz="2900" spc="-165">
                <a:solidFill>
                  <a:srgbClr val="FFFFFF"/>
                </a:solidFill>
                <a:latin typeface="Lucida Sans Unicode"/>
                <a:cs typeface="Lucida Sans Unicode"/>
              </a:rPr>
              <a:t>ams</a:t>
            </a:r>
            <a:r>
              <a:rPr dirty="0" sz="2900" spc="-165">
                <a:solidFill>
                  <a:srgbClr val="FFFFFF"/>
                </a:solidFill>
                <a:latin typeface="Arial MT"/>
                <a:cs typeface="Arial MT"/>
              </a:rPr>
              <a:t>.</a:t>
            </a:r>
            <a:r>
              <a:rPr dirty="0" sz="2900" spc="-165">
                <a:solidFill>
                  <a:srgbClr val="FFFFFF"/>
                </a:solidFill>
                <a:latin typeface="Lucida Sans Unicode"/>
                <a:cs typeface="Lucida Sans Unicode"/>
              </a:rPr>
              <a:t>He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25">
                <a:solidFill>
                  <a:srgbClr val="FFFFFF"/>
                </a:solidFill>
                <a:latin typeface="Lucida Sans Unicode"/>
                <a:cs typeface="Lucida Sans Unicode"/>
              </a:rPr>
              <a:t>thinks</a:t>
            </a:r>
            <a:r>
              <a:rPr dirty="0" sz="2900" spc="-125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dirty="0" sz="2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00">
                <a:solidFill>
                  <a:srgbClr val="FFFFFF"/>
                </a:solidFill>
                <a:latin typeface="Arial MT"/>
                <a:cs typeface="Arial MT"/>
              </a:rPr>
              <a:t>“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Best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14">
                <a:solidFill>
                  <a:srgbClr val="FFFFFF"/>
                </a:solidFill>
                <a:latin typeface="Lucida Sans Unicode"/>
                <a:cs typeface="Lucida Sans Unicode"/>
              </a:rPr>
              <a:t>strateg</a:t>
            </a:r>
            <a:r>
              <a:rPr dirty="0" sz="2900" spc="-114">
                <a:solidFill>
                  <a:srgbClr val="FFFFFF"/>
                </a:solidFill>
                <a:latin typeface="Arial MT"/>
                <a:cs typeface="Arial MT"/>
              </a:rPr>
              <a:t>y—</a:t>
            </a:r>
            <a:r>
              <a:rPr dirty="0" sz="2900" spc="-70">
                <a:solidFill>
                  <a:srgbClr val="FFFFFF"/>
                </a:solidFill>
                <a:latin typeface="Lucida Sans Unicode"/>
                <a:cs typeface="Lucida Sans Unicode"/>
              </a:rPr>
              <a:t>let</a:t>
            </a:r>
            <a:r>
              <a:rPr dirty="0" sz="29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280">
                <a:solidFill>
                  <a:srgbClr val="FFFFFF"/>
                </a:solidFill>
                <a:latin typeface="Lucida Sans Unicode"/>
                <a:cs typeface="Lucida Sans Unicode"/>
              </a:rPr>
              <a:t>me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95">
                <a:solidFill>
                  <a:srgbClr val="FFFFFF"/>
                </a:solidFill>
                <a:latin typeface="Lucida Sans Unicode"/>
                <a:cs typeface="Lucida Sans Unicode"/>
              </a:rPr>
              <a:t>sol</a:t>
            </a:r>
            <a:r>
              <a:rPr dirty="0" sz="2900" spc="-95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900" spc="-95">
                <a:solidFill>
                  <a:srgbClr val="FFFFFF"/>
                </a:solidFill>
                <a:latin typeface="Lucida Sans Unicode"/>
                <a:cs typeface="Lucida Sans Unicode"/>
              </a:rPr>
              <a:t>e </a:t>
            </a:r>
            <a:r>
              <a:rPr dirty="0" sz="2900" spc="-45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9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14">
                <a:solidFill>
                  <a:srgbClr val="FFFFFF"/>
                </a:solidFill>
                <a:latin typeface="Lucida Sans Unicode"/>
                <a:cs typeface="Lucida Sans Unicode"/>
              </a:rPr>
              <a:t>Pre</a:t>
            </a:r>
            <a:r>
              <a:rPr dirty="0" sz="2900" spc="-114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900" spc="-114">
                <a:solidFill>
                  <a:srgbClr val="FFFFFF"/>
                </a:solidFill>
                <a:latin typeface="Lucida Sans Unicode"/>
                <a:cs typeface="Lucida Sans Unicode"/>
              </a:rPr>
              <a:t>io</a:t>
            </a:r>
            <a:r>
              <a:rPr dirty="0" sz="2900" spc="-114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900" spc="-114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dirty="0" sz="29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95">
                <a:solidFill>
                  <a:srgbClr val="FFFFFF"/>
                </a:solidFill>
                <a:latin typeface="Lucida Sans Unicode"/>
                <a:cs typeface="Lucida Sans Unicode"/>
              </a:rPr>
              <a:t>Year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50">
                <a:solidFill>
                  <a:srgbClr val="FFFFFF"/>
                </a:solidFill>
                <a:latin typeface="Lucida Sans Unicode"/>
                <a:cs typeface="Lucida Sans Unicode"/>
              </a:rPr>
              <a:t>Q</a:t>
            </a:r>
            <a:r>
              <a:rPr dirty="0" sz="2900" spc="-15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900" spc="-150">
                <a:solidFill>
                  <a:srgbClr val="FFFFFF"/>
                </a:solidFill>
                <a:latin typeface="Lucida Sans Unicode"/>
                <a:cs typeface="Lucida Sans Unicode"/>
              </a:rPr>
              <a:t>estions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Arial MT"/>
                <a:cs typeface="Arial MT"/>
              </a:rPr>
              <a:t>(</a:t>
            </a:r>
            <a:r>
              <a:rPr dirty="0" sz="2900" spc="-10">
                <a:solidFill>
                  <a:srgbClr val="FFFFFF"/>
                </a:solidFill>
                <a:latin typeface="Lucida Sans Unicode"/>
                <a:cs typeface="Lucida Sans Unicode"/>
              </a:rPr>
              <a:t>PYQs</a:t>
            </a:r>
            <a:r>
              <a:rPr dirty="0" sz="2900" spc="-10">
                <a:solidFill>
                  <a:srgbClr val="FFFFFF"/>
                </a:solidFill>
                <a:latin typeface="Arial MT"/>
                <a:cs typeface="Arial MT"/>
              </a:rPr>
              <a:t>)!”</a:t>
            </a:r>
            <a:endParaRPr sz="2900">
              <a:latin typeface="Arial MT"/>
              <a:cs typeface="Arial MT"/>
            </a:endParaRPr>
          </a:p>
          <a:p>
            <a:pPr marL="12700" marR="6042025">
              <a:lnSpc>
                <a:spcPct val="122800"/>
              </a:lnSpc>
              <a:spcBef>
                <a:spcPts val="75"/>
              </a:spcBef>
            </a:pPr>
            <a:r>
              <a:rPr dirty="0" sz="2900" spc="-254">
                <a:solidFill>
                  <a:srgbClr val="FFFFFF"/>
                </a:solidFill>
                <a:latin typeface="Lucida Sans Unicode"/>
                <a:cs typeface="Lucida Sans Unicode"/>
              </a:rPr>
              <a:t>He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14">
                <a:solidFill>
                  <a:srgbClr val="FFFFFF"/>
                </a:solidFill>
                <a:latin typeface="Lucida Sans Unicode"/>
                <a:cs typeface="Lucida Sans Unicode"/>
              </a:rPr>
              <a:t>sol</a:t>
            </a:r>
            <a:r>
              <a:rPr dirty="0" sz="2900" spc="-114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900" spc="-114">
                <a:solidFill>
                  <a:srgbClr val="FFFFFF"/>
                </a:solidFill>
                <a:latin typeface="Lucida Sans Unicode"/>
                <a:cs typeface="Lucida Sans Unicode"/>
              </a:rPr>
              <a:t>es </a:t>
            </a:r>
            <a:r>
              <a:rPr dirty="0" sz="2900" spc="-155">
                <a:solidFill>
                  <a:srgbClr val="FFFFFF"/>
                </a:solidFill>
                <a:latin typeface="Lucida Sans Unicode"/>
                <a:cs typeface="Lucida Sans Unicode"/>
              </a:rPr>
              <a:t>them</a:t>
            </a:r>
            <a:r>
              <a:rPr dirty="0" sz="2900" spc="-155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dirty="0" sz="29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b</a:t>
            </a:r>
            <a:r>
              <a:rPr dirty="0" sz="290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2900" spc="-2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95">
                <a:solidFill>
                  <a:srgbClr val="FFFFFF"/>
                </a:solidFill>
                <a:latin typeface="Lucida Sans Unicode"/>
                <a:cs typeface="Lucida Sans Unicode"/>
              </a:rPr>
              <a:t>then</a:t>
            </a:r>
            <a:r>
              <a:rPr dirty="0" sz="29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45">
                <a:solidFill>
                  <a:srgbClr val="FFFFFF"/>
                </a:solidFill>
                <a:latin typeface="Lucida Sans Unicode"/>
                <a:cs typeface="Lucida Sans Unicode"/>
              </a:rPr>
              <a:t>gets</a:t>
            </a:r>
            <a:r>
              <a:rPr dirty="0" sz="290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st</a:t>
            </a:r>
            <a:r>
              <a:rPr dirty="0" sz="290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ck</a:t>
            </a:r>
            <a:r>
              <a:rPr dirty="0" sz="290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at</a:t>
            </a:r>
            <a:r>
              <a:rPr dirty="0" sz="290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25">
                <a:solidFill>
                  <a:srgbClr val="FFFFFF"/>
                </a:solidFill>
                <a:latin typeface="Lucida Sans Unicode"/>
                <a:cs typeface="Lucida Sans Unicode"/>
              </a:rPr>
              <a:t>the </a:t>
            </a:r>
            <a:r>
              <a:rPr dirty="0" sz="2900" spc="-75">
                <a:solidFill>
                  <a:srgbClr val="FFFFFF"/>
                </a:solidFill>
                <a:latin typeface="Lucida Sans Unicode"/>
                <a:cs typeface="Lucida Sans Unicode"/>
              </a:rPr>
              <a:t>classic</a:t>
            </a:r>
            <a:r>
              <a:rPr dirty="0" sz="29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235">
                <a:solidFill>
                  <a:srgbClr val="FFFFFF"/>
                </a:solidFill>
                <a:latin typeface="Lucida Sans Unicode"/>
                <a:cs typeface="Lucida Sans Unicode"/>
              </a:rPr>
              <a:t>dilemma</a:t>
            </a:r>
            <a:r>
              <a:rPr dirty="0" sz="2900" spc="-235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dirty="0" sz="29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00" spc="-30">
                <a:solidFill>
                  <a:srgbClr val="FFFFFF"/>
                </a:solidFill>
                <a:latin typeface="Arial MT"/>
                <a:cs typeface="Arial MT"/>
              </a:rPr>
              <a:t>“</a:t>
            </a:r>
            <a:r>
              <a:rPr dirty="0" sz="2900" spc="-3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dirty="0" sz="29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12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dirty="0" sz="2900" spc="-12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29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00" spc="-25">
                <a:solidFill>
                  <a:srgbClr val="FFFFFF"/>
                </a:solidFill>
                <a:latin typeface="Tahoma"/>
                <a:cs typeface="Tahoma"/>
              </a:rPr>
              <a:t>ans</a:t>
            </a:r>
            <a:r>
              <a:rPr dirty="0" sz="2900" spc="-25">
                <a:solidFill>
                  <a:srgbClr val="FFFFFF"/>
                </a:solidFill>
                <a:latin typeface="Arial MT"/>
                <a:cs typeface="Arial MT"/>
              </a:rPr>
              <a:t>w</a:t>
            </a:r>
            <a:r>
              <a:rPr dirty="0" sz="2900" spc="-25">
                <a:solidFill>
                  <a:srgbClr val="FFFFFF"/>
                </a:solidFill>
                <a:latin typeface="Tahoma"/>
                <a:cs typeface="Tahoma"/>
              </a:rPr>
              <a:t>ers</a:t>
            </a:r>
            <a:r>
              <a:rPr dirty="0" sz="29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>
                <a:solidFill>
                  <a:srgbClr val="FFFFFF"/>
                </a:solidFill>
                <a:latin typeface="Tahoma"/>
                <a:cs typeface="Tahoma"/>
              </a:rPr>
              <a:t>correct</a:t>
            </a:r>
            <a:r>
              <a:rPr dirty="0" sz="29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3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dirty="0" sz="29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60">
                <a:solidFill>
                  <a:srgbClr val="FFFFFF"/>
                </a:solidFill>
                <a:latin typeface="Tahoma"/>
                <a:cs typeface="Tahoma"/>
              </a:rPr>
              <a:t>not</a:t>
            </a:r>
            <a:r>
              <a:rPr dirty="0" sz="2900" spc="60">
                <a:solidFill>
                  <a:srgbClr val="FFFFFF"/>
                </a:solidFill>
                <a:latin typeface="Arial MT"/>
                <a:cs typeface="Arial MT"/>
              </a:rPr>
              <a:t>?”</a:t>
            </a:r>
            <a:endParaRPr sz="2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65"/>
              </a:spcBef>
            </a:pPr>
            <a:endParaRPr sz="2700">
              <a:latin typeface="Arial MT"/>
              <a:cs typeface="Arial MT"/>
            </a:endParaRPr>
          </a:p>
          <a:p>
            <a:pPr marL="5165725" marR="5080">
              <a:lnSpc>
                <a:spcPct val="123900"/>
              </a:lnSpc>
            </a:pPr>
            <a:r>
              <a:rPr dirty="0" sz="2900" spc="-200">
                <a:solidFill>
                  <a:srgbClr val="FFFFFF"/>
                </a:solidFill>
                <a:latin typeface="Lucida Sans Unicode"/>
                <a:cs typeface="Lucida Sans Unicode"/>
              </a:rPr>
              <a:t>While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25">
                <a:solidFill>
                  <a:srgbClr val="FFFFFF"/>
                </a:solidFill>
                <a:latin typeface="Lucida Sans Unicode"/>
                <a:cs typeface="Lucida Sans Unicode"/>
              </a:rPr>
              <a:t>it</a:t>
            </a:r>
            <a:r>
              <a:rPr dirty="0" sz="2900" spc="-25">
                <a:solidFill>
                  <a:srgbClr val="FFFFFF"/>
                </a:solidFill>
                <a:latin typeface="Arial MT"/>
                <a:cs typeface="Arial MT"/>
              </a:rPr>
              <a:t>'</a:t>
            </a:r>
            <a:r>
              <a:rPr dirty="0" sz="2900" spc="-25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dirty="0" sz="2900" spc="-2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50">
                <a:solidFill>
                  <a:srgbClr val="FFFFFF"/>
                </a:solidFill>
                <a:latin typeface="Lucida Sans Unicode"/>
                <a:cs typeface="Lucida Sans Unicode"/>
              </a:rPr>
              <a:t>best</a:t>
            </a:r>
            <a:r>
              <a:rPr dirty="0" sz="29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2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9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220">
                <a:solidFill>
                  <a:srgbClr val="FFFFFF"/>
                </a:solidFill>
                <a:latin typeface="Lucida Sans Unicode"/>
                <a:cs typeface="Lucida Sans Unicode"/>
              </a:rPr>
              <a:t>drill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6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dirty="0" sz="2900" spc="-160">
                <a:solidFill>
                  <a:srgbClr val="FFFFFF"/>
                </a:solidFill>
                <a:latin typeface="Arial MT"/>
                <a:cs typeface="Arial MT"/>
              </a:rPr>
              <a:t>w</a:t>
            </a:r>
            <a:r>
              <a:rPr dirty="0" sz="2900" spc="-16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55">
                <a:solidFill>
                  <a:srgbClr val="FFFFFF"/>
                </a:solidFill>
                <a:latin typeface="Lucida Sans Unicode"/>
                <a:cs typeface="Lucida Sans Unicode"/>
              </a:rPr>
              <a:t>into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45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9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10">
                <a:solidFill>
                  <a:srgbClr val="FFFFFF"/>
                </a:solidFill>
                <a:latin typeface="Lucida Sans Unicode"/>
                <a:cs typeface="Lucida Sans Unicode"/>
              </a:rPr>
              <a:t>details</a:t>
            </a:r>
            <a:r>
              <a:rPr dirty="0" sz="29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215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25">
                <a:solidFill>
                  <a:srgbClr val="FFFFFF"/>
                </a:solidFill>
                <a:latin typeface="Lucida Sans Unicode"/>
                <a:cs typeface="Lucida Sans Unicode"/>
              </a:rPr>
              <a:t>the </a:t>
            </a:r>
            <a:r>
              <a:rPr dirty="0" sz="2900" spc="-170">
                <a:solidFill>
                  <a:srgbClr val="FFFFFF"/>
                </a:solidFill>
                <a:latin typeface="Lucida Sans Unicode"/>
                <a:cs typeface="Lucida Sans Unicode"/>
              </a:rPr>
              <a:t>follo</a:t>
            </a:r>
            <a:r>
              <a:rPr dirty="0" sz="2900" spc="-170">
                <a:solidFill>
                  <a:srgbClr val="FFFFFF"/>
                </a:solidFill>
                <a:latin typeface="Arial MT"/>
                <a:cs typeface="Arial MT"/>
              </a:rPr>
              <a:t>w</a:t>
            </a:r>
            <a:r>
              <a:rPr dirty="0" sz="2900" spc="-170">
                <a:solidFill>
                  <a:srgbClr val="FFFFFF"/>
                </a:solidFill>
                <a:latin typeface="Lucida Sans Unicode"/>
                <a:cs typeface="Lucida Sans Unicode"/>
              </a:rPr>
              <a:t>ing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30">
                <a:solidFill>
                  <a:srgbClr val="FFFFFF"/>
                </a:solidFill>
                <a:latin typeface="Lucida Sans Unicode"/>
                <a:cs typeface="Lucida Sans Unicode"/>
              </a:rPr>
              <a:t>slides</a:t>
            </a:r>
            <a:r>
              <a:rPr dirty="0" sz="2900" spc="-13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dirty="0" sz="29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00" spc="-30">
                <a:solidFill>
                  <a:srgbClr val="FFFFFF"/>
                </a:solidFill>
                <a:latin typeface="Lucida Sans Unicode"/>
                <a:cs typeface="Lucida Sans Unicode"/>
              </a:rPr>
              <a:t>if</a:t>
            </a:r>
            <a:r>
              <a:rPr dirty="0" sz="2900" spc="-2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dirty="0" sz="290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9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00" spc="-135">
                <a:solidFill>
                  <a:srgbClr val="FFFFFF"/>
                </a:solidFill>
                <a:latin typeface="Arial MT"/>
                <a:cs typeface="Arial MT"/>
              </a:rPr>
              <a:t>w</a:t>
            </a:r>
            <a:r>
              <a:rPr dirty="0" sz="2900" spc="-135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dirty="0" sz="2900" spc="-135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900" spc="-135">
                <a:solidFill>
                  <a:srgbClr val="FFFFFF"/>
                </a:solidFill>
                <a:latin typeface="Lucida Sans Unicode"/>
                <a:cs typeface="Lucida Sans Unicode"/>
              </a:rPr>
              <a:t>ld</a:t>
            </a:r>
            <a:r>
              <a:rPr dirty="0" sz="29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220">
                <a:solidFill>
                  <a:srgbClr val="FFFFFF"/>
                </a:solidFill>
                <a:latin typeface="Lucida Sans Unicode"/>
                <a:cs typeface="Lucida Sans Unicode"/>
              </a:rPr>
              <a:t>like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2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9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35">
                <a:solidFill>
                  <a:srgbClr val="FFFFFF"/>
                </a:solidFill>
                <a:latin typeface="Lucida Sans Unicode"/>
                <a:cs typeface="Lucida Sans Unicode"/>
              </a:rPr>
              <a:t>gi</a:t>
            </a:r>
            <a:r>
              <a:rPr dirty="0" sz="2900" spc="-135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900" spc="-135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29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95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2900" spc="-95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dirty="0" sz="2900" spc="-95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900" spc="-95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dirty="0" sz="29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85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900" spc="-85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900" spc="-85">
                <a:solidFill>
                  <a:srgbClr val="FFFFFF"/>
                </a:solidFill>
                <a:latin typeface="Lucida Sans Unicode"/>
                <a:cs typeface="Lucida Sans Unicode"/>
              </a:rPr>
              <a:t>dience </a:t>
            </a:r>
            <a:r>
              <a:rPr dirty="0" sz="2900" spc="-210">
                <a:solidFill>
                  <a:srgbClr val="FFFFFF"/>
                </a:solidFill>
                <a:latin typeface="Lucida Sans Unicode"/>
                <a:cs typeface="Lucida Sans Unicode"/>
              </a:rPr>
              <a:t>some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35">
                <a:solidFill>
                  <a:srgbClr val="FFFFFF"/>
                </a:solidFill>
                <a:latin typeface="Lucida Sans Unicode"/>
                <a:cs typeface="Lucida Sans Unicode"/>
              </a:rPr>
              <a:t>conte</a:t>
            </a:r>
            <a:r>
              <a:rPr dirty="0" sz="2900" spc="-35">
                <a:solidFill>
                  <a:srgbClr val="FFFFFF"/>
                </a:solidFill>
                <a:latin typeface="Arial MT"/>
                <a:cs typeface="Arial MT"/>
              </a:rPr>
              <a:t>x</a:t>
            </a:r>
            <a:r>
              <a:rPr dirty="0" sz="2900" spc="-35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29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40">
                <a:solidFill>
                  <a:srgbClr val="FFFFFF"/>
                </a:solidFill>
                <a:latin typeface="Lucida Sans Unicode"/>
                <a:cs typeface="Lucida Sans Unicode"/>
              </a:rPr>
              <a:t>before</a:t>
            </a:r>
            <a:r>
              <a:rPr dirty="0" sz="29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75">
                <a:solidFill>
                  <a:srgbClr val="FFFFFF"/>
                </a:solidFill>
                <a:latin typeface="Lucida Sans Unicode"/>
                <a:cs typeface="Lucida Sans Unicode"/>
              </a:rPr>
              <a:t>di</a:t>
            </a:r>
            <a:r>
              <a:rPr dirty="0" sz="2900" spc="-175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900" spc="-175">
                <a:solidFill>
                  <a:srgbClr val="FFFFFF"/>
                </a:solidFill>
                <a:latin typeface="Lucida Sans Unicode"/>
                <a:cs typeface="Lucida Sans Unicode"/>
              </a:rPr>
              <a:t>ing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80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dirty="0" sz="2900" spc="-18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dirty="0" sz="29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00" spc="-85">
                <a:solidFill>
                  <a:srgbClr val="FFFFFF"/>
                </a:solidFill>
                <a:latin typeface="Lucida Sans Unicode"/>
                <a:cs typeface="Lucida Sans Unicode"/>
              </a:rPr>
              <a:t>this</a:t>
            </a:r>
            <a:r>
              <a:rPr dirty="0" sz="29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25">
                <a:solidFill>
                  <a:srgbClr val="FFFFFF"/>
                </a:solidFill>
                <a:latin typeface="Lucida Sans Unicode"/>
                <a:cs typeface="Lucida Sans Unicode"/>
              </a:rPr>
              <a:t>is</a:t>
            </a:r>
            <a:r>
              <a:rPr dirty="0" sz="29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45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9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Lucida Sans Unicode"/>
                <a:cs typeface="Lucida Sans Unicode"/>
              </a:rPr>
              <a:t>perfect </a:t>
            </a:r>
            <a:r>
              <a:rPr dirty="0" sz="2900" spc="-100">
                <a:solidFill>
                  <a:srgbClr val="FFFFFF"/>
                </a:solidFill>
                <a:latin typeface="Lucida Sans Unicode"/>
                <a:cs typeface="Lucida Sans Unicode"/>
              </a:rPr>
              <a:t>place</a:t>
            </a:r>
            <a:r>
              <a:rPr dirty="0" sz="2900" spc="-100">
                <a:solidFill>
                  <a:srgbClr val="FFFFFF"/>
                </a:solidFill>
                <a:latin typeface="Arial MT"/>
                <a:cs typeface="Arial MT"/>
              </a:rPr>
              <a:t>. </a:t>
            </a:r>
            <a:r>
              <a:rPr dirty="0" sz="2900" spc="-155">
                <a:solidFill>
                  <a:srgbClr val="FFFFFF"/>
                </a:solidFill>
                <a:latin typeface="Lucida Sans Unicode"/>
                <a:cs typeface="Lucida Sans Unicode"/>
              </a:rPr>
              <a:t>Yo</a:t>
            </a:r>
            <a:r>
              <a:rPr dirty="0" sz="2900" spc="-155">
                <a:solidFill>
                  <a:srgbClr val="FFFFFF"/>
                </a:solidFill>
                <a:latin typeface="Arial MT"/>
                <a:cs typeface="Arial MT"/>
              </a:rPr>
              <a:t>u'</a:t>
            </a:r>
            <a:r>
              <a:rPr dirty="0" sz="2900" spc="-155">
                <a:solidFill>
                  <a:srgbClr val="FFFFFF"/>
                </a:solidFill>
                <a:latin typeface="Lucida Sans Unicode"/>
                <a:cs typeface="Lucida Sans Unicode"/>
              </a:rPr>
              <a:t>ll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20">
                <a:solidFill>
                  <a:srgbClr val="FFFFFF"/>
                </a:solidFill>
                <a:latin typeface="Lucida Sans Unicode"/>
                <a:cs typeface="Lucida Sans Unicode"/>
              </a:rPr>
              <a:t>ha</a:t>
            </a:r>
            <a:r>
              <a:rPr dirty="0" sz="2900" spc="-12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900" spc="-12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29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plent</a:t>
            </a:r>
            <a:r>
              <a:rPr dirty="0" sz="2900" spc="-8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290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00" spc="-3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dirty="0" sz="290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30">
                <a:solidFill>
                  <a:srgbClr val="FFFFFF"/>
                </a:solidFill>
                <a:latin typeface="Lucida Sans Unicode"/>
                <a:cs typeface="Lucida Sans Unicode"/>
              </a:rPr>
              <a:t>opport</a:t>
            </a:r>
            <a:r>
              <a:rPr dirty="0" sz="2900" spc="-13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900" spc="-130">
                <a:solidFill>
                  <a:srgbClr val="FFFFFF"/>
                </a:solidFill>
                <a:latin typeface="Lucida Sans Unicode"/>
                <a:cs typeface="Lucida Sans Unicode"/>
              </a:rPr>
              <a:t>nities</a:t>
            </a:r>
            <a:r>
              <a:rPr dirty="0" sz="29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2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90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Lucida Sans Unicode"/>
                <a:cs typeface="Lucida Sans Unicode"/>
              </a:rPr>
              <a:t>elaborate later</a:t>
            </a:r>
            <a:r>
              <a:rPr dirty="0" sz="2900" spc="-10">
                <a:solidFill>
                  <a:srgbClr val="FFFFFF"/>
                </a:solidFill>
                <a:latin typeface="Arial MT"/>
                <a:cs typeface="Arial MT"/>
              </a:rPr>
              <a:t>.</a:t>
            </a:r>
            <a:endParaRPr sz="2900">
              <a:latin typeface="Arial MT"/>
              <a:cs typeface="Arial MT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205394" y="2577568"/>
            <a:ext cx="17132935" cy="7496175"/>
            <a:chOff x="205394" y="2577568"/>
            <a:chExt cx="17132935" cy="7496175"/>
          </a:xfrm>
        </p:grpSpPr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27979" y="2577568"/>
              <a:ext cx="4210049" cy="3152762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22029" y="5846703"/>
              <a:ext cx="4314809" cy="3238499"/>
            </a:xfrm>
            <a:prstGeom prst="rect">
              <a:avLst/>
            </a:prstGeom>
          </p:spPr>
        </p:pic>
        <p:pic>
          <p:nvPicPr>
            <p:cNvPr id="14" name="object 14" descr="">
              <a:hlinkClick r:id="rId5"/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5394" y="9606976"/>
              <a:ext cx="771524" cy="46670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2857499" y="380999"/>
              <a:ext cx="15049500" cy="9525000"/>
            </a:xfrm>
            <a:custGeom>
              <a:avLst/>
              <a:gdLst/>
              <a:ahLst/>
              <a:cxnLst/>
              <a:rect l="l" t="t" r="r" b="b"/>
              <a:pathLst>
                <a:path w="15049500" h="9525000">
                  <a:moveTo>
                    <a:pt x="14335125" y="9525000"/>
                  </a:moveTo>
                  <a:lnTo>
                    <a:pt x="714375" y="9525000"/>
                  </a:lnTo>
                  <a:lnTo>
                    <a:pt x="644353" y="9521570"/>
                  </a:lnTo>
                  <a:lnTo>
                    <a:pt x="575005" y="9511284"/>
                  </a:lnTo>
                  <a:lnTo>
                    <a:pt x="506999" y="9494245"/>
                  </a:lnTo>
                  <a:lnTo>
                    <a:pt x="440993" y="9470627"/>
                  </a:lnTo>
                  <a:lnTo>
                    <a:pt x="377617" y="9440652"/>
                  </a:lnTo>
                  <a:lnTo>
                    <a:pt x="317486" y="9404608"/>
                  </a:lnTo>
                  <a:lnTo>
                    <a:pt x="261182" y="9362844"/>
                  </a:lnTo>
                  <a:lnTo>
                    <a:pt x="209245" y="9315754"/>
                  </a:lnTo>
                  <a:lnTo>
                    <a:pt x="162150" y="9263820"/>
                  </a:lnTo>
                  <a:lnTo>
                    <a:pt x="120390" y="9207515"/>
                  </a:lnTo>
                  <a:lnTo>
                    <a:pt x="84347" y="9147384"/>
                  </a:lnTo>
                  <a:lnTo>
                    <a:pt x="54374" y="9084004"/>
                  </a:lnTo>
                  <a:lnTo>
                    <a:pt x="30751" y="9017997"/>
                  </a:lnTo>
                  <a:lnTo>
                    <a:pt x="13725" y="8949995"/>
                  </a:lnTo>
                  <a:lnTo>
                    <a:pt x="3431" y="8880644"/>
                  </a:lnTo>
                  <a:lnTo>
                    <a:pt x="0" y="8810625"/>
                  </a:lnTo>
                  <a:lnTo>
                    <a:pt x="0" y="714375"/>
                  </a:lnTo>
                  <a:lnTo>
                    <a:pt x="3431" y="644353"/>
                  </a:lnTo>
                  <a:lnTo>
                    <a:pt x="13725" y="575006"/>
                  </a:lnTo>
                  <a:lnTo>
                    <a:pt x="30752" y="507000"/>
                  </a:lnTo>
                  <a:lnTo>
                    <a:pt x="54380" y="440995"/>
                  </a:lnTo>
                  <a:lnTo>
                    <a:pt x="84345" y="377616"/>
                  </a:lnTo>
                  <a:lnTo>
                    <a:pt x="120393" y="317488"/>
                  </a:lnTo>
                  <a:lnTo>
                    <a:pt x="162149" y="261175"/>
                  </a:lnTo>
                  <a:lnTo>
                    <a:pt x="209241" y="209240"/>
                  </a:lnTo>
                  <a:lnTo>
                    <a:pt x="261177" y="162151"/>
                  </a:lnTo>
                  <a:lnTo>
                    <a:pt x="317485" y="120388"/>
                  </a:lnTo>
                  <a:lnTo>
                    <a:pt x="377617" y="84346"/>
                  </a:lnTo>
                  <a:lnTo>
                    <a:pt x="440994" y="54375"/>
                  </a:lnTo>
                  <a:lnTo>
                    <a:pt x="507000" y="30752"/>
                  </a:lnTo>
                  <a:lnTo>
                    <a:pt x="575007" y="13724"/>
                  </a:lnTo>
                  <a:lnTo>
                    <a:pt x="644353" y="3431"/>
                  </a:lnTo>
                  <a:lnTo>
                    <a:pt x="714375" y="0"/>
                  </a:lnTo>
                  <a:lnTo>
                    <a:pt x="14335140" y="0"/>
                  </a:lnTo>
                  <a:lnTo>
                    <a:pt x="14370201" y="857"/>
                  </a:lnTo>
                  <a:lnTo>
                    <a:pt x="14439949" y="7725"/>
                  </a:lnTo>
                  <a:lnTo>
                    <a:pt x="14508696" y="21403"/>
                  </a:lnTo>
                  <a:lnTo>
                    <a:pt x="14575778" y="41748"/>
                  </a:lnTo>
                  <a:lnTo>
                    <a:pt x="14640558" y="68583"/>
                  </a:lnTo>
                  <a:lnTo>
                    <a:pt x="14702398" y="101633"/>
                  </a:lnTo>
                  <a:lnTo>
                    <a:pt x="14760680" y="140580"/>
                  </a:lnTo>
                  <a:lnTo>
                    <a:pt x="14814881" y="185065"/>
                  </a:lnTo>
                  <a:lnTo>
                    <a:pt x="14864444" y="234638"/>
                  </a:lnTo>
                  <a:lnTo>
                    <a:pt x="14908921" y="288823"/>
                  </a:lnTo>
                  <a:lnTo>
                    <a:pt x="14947864" y="347107"/>
                  </a:lnTo>
                  <a:lnTo>
                    <a:pt x="14980914" y="408931"/>
                  </a:lnTo>
                  <a:lnTo>
                    <a:pt x="15007746" y="473708"/>
                  </a:lnTo>
                  <a:lnTo>
                    <a:pt x="15028095" y="540791"/>
                  </a:lnTo>
                  <a:lnTo>
                    <a:pt x="15041778" y="609555"/>
                  </a:lnTo>
                  <a:lnTo>
                    <a:pt x="15048646" y="679322"/>
                  </a:lnTo>
                  <a:lnTo>
                    <a:pt x="15049500" y="714375"/>
                  </a:lnTo>
                  <a:lnTo>
                    <a:pt x="15049500" y="8810625"/>
                  </a:lnTo>
                  <a:lnTo>
                    <a:pt x="15046071" y="8880643"/>
                  </a:lnTo>
                  <a:lnTo>
                    <a:pt x="15035784" y="8949994"/>
                  </a:lnTo>
                  <a:lnTo>
                    <a:pt x="15018746" y="9017997"/>
                  </a:lnTo>
                  <a:lnTo>
                    <a:pt x="14995127" y="9084007"/>
                  </a:lnTo>
                  <a:lnTo>
                    <a:pt x="14965144" y="9147399"/>
                  </a:lnTo>
                  <a:lnTo>
                    <a:pt x="14929107" y="9207514"/>
                  </a:lnTo>
                  <a:lnTo>
                    <a:pt x="14887361" y="9263796"/>
                  </a:lnTo>
                  <a:lnTo>
                    <a:pt x="14840241" y="9315769"/>
                  </a:lnTo>
                  <a:lnTo>
                    <a:pt x="14788321" y="9362842"/>
                  </a:lnTo>
                  <a:lnTo>
                    <a:pt x="14732028" y="9404598"/>
                  </a:lnTo>
                  <a:lnTo>
                    <a:pt x="14671848" y="9440671"/>
                  </a:lnTo>
                  <a:lnTo>
                    <a:pt x="14608497" y="9470631"/>
                  </a:lnTo>
                  <a:lnTo>
                    <a:pt x="14542489" y="9494249"/>
                  </a:lnTo>
                  <a:lnTo>
                    <a:pt x="14474479" y="9511287"/>
                  </a:lnTo>
                  <a:lnTo>
                    <a:pt x="14405135" y="9521572"/>
                  </a:lnTo>
                  <a:lnTo>
                    <a:pt x="14335125" y="95250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857500" y="380999"/>
              <a:ext cx="15049500" cy="9525000"/>
            </a:xfrm>
            <a:custGeom>
              <a:avLst/>
              <a:gdLst/>
              <a:ahLst/>
              <a:cxnLst/>
              <a:rect l="l" t="t" r="r" b="b"/>
              <a:pathLst>
                <a:path w="15049500" h="9525000">
                  <a:moveTo>
                    <a:pt x="714375" y="0"/>
                  </a:moveTo>
                  <a:lnTo>
                    <a:pt x="14335125" y="0"/>
                  </a:lnTo>
                </a:path>
                <a:path w="15049500" h="9525000">
                  <a:moveTo>
                    <a:pt x="15049500" y="714375"/>
                  </a:moveTo>
                  <a:lnTo>
                    <a:pt x="15049500" y="8810625"/>
                  </a:lnTo>
                </a:path>
                <a:path w="15049500" h="9525000">
                  <a:moveTo>
                    <a:pt x="14335125" y="9525000"/>
                  </a:moveTo>
                  <a:lnTo>
                    <a:pt x="714375" y="9524999"/>
                  </a:lnTo>
                </a:path>
                <a:path w="15049500" h="9525000">
                  <a:moveTo>
                    <a:pt x="0" y="8810625"/>
                  </a:moveTo>
                  <a:lnTo>
                    <a:pt x="0" y="714375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80999" y="380999"/>
              <a:ext cx="2190750" cy="9525000"/>
            </a:xfrm>
            <a:custGeom>
              <a:avLst/>
              <a:gdLst/>
              <a:ahLst/>
              <a:cxnLst/>
              <a:rect l="l" t="t" r="r" b="b"/>
              <a:pathLst>
                <a:path w="2190750" h="9525000">
                  <a:moveTo>
                    <a:pt x="1478756" y="9525000"/>
                  </a:moveTo>
                  <a:lnTo>
                    <a:pt x="711994" y="9525000"/>
                  </a:lnTo>
                  <a:lnTo>
                    <a:pt x="642206" y="9521574"/>
                  </a:lnTo>
                  <a:lnTo>
                    <a:pt x="573092" y="9511314"/>
                  </a:lnTo>
                  <a:lnTo>
                    <a:pt x="505309" y="9494351"/>
                  </a:lnTo>
                  <a:lnTo>
                    <a:pt x="439524" y="9470806"/>
                  </a:lnTo>
                  <a:lnTo>
                    <a:pt x="376361" y="9440934"/>
                  </a:lnTo>
                  <a:lnTo>
                    <a:pt x="316433" y="9405001"/>
                  </a:lnTo>
                  <a:lnTo>
                    <a:pt x="260302" y="9363389"/>
                  </a:lnTo>
                  <a:lnTo>
                    <a:pt x="208540" y="9316458"/>
                  </a:lnTo>
                  <a:lnTo>
                    <a:pt x="161607" y="9264699"/>
                  </a:lnTo>
                  <a:lnTo>
                    <a:pt x="119999" y="9208565"/>
                  </a:lnTo>
                  <a:lnTo>
                    <a:pt x="84065" y="9148642"/>
                  </a:lnTo>
                  <a:lnTo>
                    <a:pt x="54193" y="9085470"/>
                  </a:lnTo>
                  <a:lnTo>
                    <a:pt x="30651" y="9019691"/>
                  </a:lnTo>
                  <a:lnTo>
                    <a:pt x="13678" y="8951910"/>
                  </a:lnTo>
                  <a:lnTo>
                    <a:pt x="3421" y="8882797"/>
                  </a:lnTo>
                  <a:lnTo>
                    <a:pt x="0" y="8813006"/>
                  </a:lnTo>
                  <a:lnTo>
                    <a:pt x="0" y="711993"/>
                  </a:lnTo>
                  <a:lnTo>
                    <a:pt x="3420" y="642205"/>
                  </a:lnTo>
                  <a:lnTo>
                    <a:pt x="13679" y="573090"/>
                  </a:lnTo>
                  <a:lnTo>
                    <a:pt x="30651" y="505310"/>
                  </a:lnTo>
                  <a:lnTo>
                    <a:pt x="54196" y="439525"/>
                  </a:lnTo>
                  <a:lnTo>
                    <a:pt x="84064" y="376358"/>
                  </a:lnTo>
                  <a:lnTo>
                    <a:pt x="119993" y="316431"/>
                  </a:lnTo>
                  <a:lnTo>
                    <a:pt x="161609" y="260304"/>
                  </a:lnTo>
                  <a:lnTo>
                    <a:pt x="208538" y="208538"/>
                  </a:lnTo>
                  <a:lnTo>
                    <a:pt x="260304" y="161609"/>
                  </a:lnTo>
                  <a:lnTo>
                    <a:pt x="316432" y="119993"/>
                  </a:lnTo>
                  <a:lnTo>
                    <a:pt x="376358" y="84063"/>
                  </a:lnTo>
                  <a:lnTo>
                    <a:pt x="439525" y="54196"/>
                  </a:lnTo>
                  <a:lnTo>
                    <a:pt x="505310" y="30650"/>
                  </a:lnTo>
                  <a:lnTo>
                    <a:pt x="573090" y="13679"/>
                  </a:lnTo>
                  <a:lnTo>
                    <a:pt x="642205" y="3419"/>
                  </a:lnTo>
                  <a:lnTo>
                    <a:pt x="711994" y="0"/>
                  </a:lnTo>
                  <a:lnTo>
                    <a:pt x="1478755" y="0"/>
                  </a:lnTo>
                  <a:lnTo>
                    <a:pt x="1513690" y="853"/>
                  </a:lnTo>
                  <a:lnTo>
                    <a:pt x="1583228" y="7699"/>
                  </a:lnTo>
                  <a:lnTo>
                    <a:pt x="1651757" y="21334"/>
                  </a:lnTo>
                  <a:lnTo>
                    <a:pt x="1718624" y="41616"/>
                  </a:lnTo>
                  <a:lnTo>
                    <a:pt x="1783174" y="68355"/>
                  </a:lnTo>
                  <a:lnTo>
                    <a:pt x="1844796" y="101291"/>
                  </a:lnTo>
                  <a:lnTo>
                    <a:pt x="1902890" y="140111"/>
                  </a:lnTo>
                  <a:lnTo>
                    <a:pt x="1956905" y="184436"/>
                  </a:lnTo>
                  <a:lnTo>
                    <a:pt x="2006310" y="233845"/>
                  </a:lnTo>
                  <a:lnTo>
                    <a:pt x="2050639" y="287857"/>
                  </a:lnTo>
                  <a:lnTo>
                    <a:pt x="2089456" y="345953"/>
                  </a:lnTo>
                  <a:lnTo>
                    <a:pt x="2122396" y="407575"/>
                  </a:lnTo>
                  <a:lnTo>
                    <a:pt x="2149133" y="472129"/>
                  </a:lnTo>
                  <a:lnTo>
                    <a:pt x="2169416" y="538992"/>
                  </a:lnTo>
                  <a:lnTo>
                    <a:pt x="2183047" y="607521"/>
                  </a:lnTo>
                  <a:lnTo>
                    <a:pt x="2189898" y="677057"/>
                  </a:lnTo>
                  <a:lnTo>
                    <a:pt x="2190750" y="8813006"/>
                  </a:lnTo>
                  <a:lnTo>
                    <a:pt x="2189896" y="8847940"/>
                  </a:lnTo>
                  <a:lnTo>
                    <a:pt x="2183048" y="8917478"/>
                  </a:lnTo>
                  <a:lnTo>
                    <a:pt x="2169415" y="8986007"/>
                  </a:lnTo>
                  <a:lnTo>
                    <a:pt x="2149135" y="9052873"/>
                  </a:lnTo>
                  <a:lnTo>
                    <a:pt x="2122396" y="9117423"/>
                  </a:lnTo>
                  <a:lnTo>
                    <a:pt x="2089456" y="9179045"/>
                  </a:lnTo>
                  <a:lnTo>
                    <a:pt x="2050639" y="9237140"/>
                  </a:lnTo>
                  <a:lnTo>
                    <a:pt x="2006314" y="9291157"/>
                  </a:lnTo>
                  <a:lnTo>
                    <a:pt x="1956905" y="9340560"/>
                  </a:lnTo>
                  <a:lnTo>
                    <a:pt x="1902890" y="9384888"/>
                  </a:lnTo>
                  <a:lnTo>
                    <a:pt x="1844794" y="9423700"/>
                  </a:lnTo>
                  <a:lnTo>
                    <a:pt x="1783175" y="9456647"/>
                  </a:lnTo>
                  <a:lnTo>
                    <a:pt x="1718624" y="9483385"/>
                  </a:lnTo>
                  <a:lnTo>
                    <a:pt x="1651758" y="9503667"/>
                  </a:lnTo>
                  <a:lnTo>
                    <a:pt x="1583227" y="9517290"/>
                  </a:lnTo>
                  <a:lnTo>
                    <a:pt x="1513690" y="9524146"/>
                  </a:lnTo>
                  <a:lnTo>
                    <a:pt x="1478756" y="95250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81000" y="380999"/>
              <a:ext cx="2190750" cy="9525000"/>
            </a:xfrm>
            <a:custGeom>
              <a:avLst/>
              <a:gdLst/>
              <a:ahLst/>
              <a:cxnLst/>
              <a:rect l="l" t="t" r="r" b="b"/>
              <a:pathLst>
                <a:path w="2190750" h="9525000">
                  <a:moveTo>
                    <a:pt x="711993" y="0"/>
                  </a:moveTo>
                  <a:lnTo>
                    <a:pt x="1478756" y="0"/>
                  </a:lnTo>
                </a:path>
                <a:path w="2190750" h="9525000">
                  <a:moveTo>
                    <a:pt x="2190750" y="711993"/>
                  </a:moveTo>
                  <a:lnTo>
                    <a:pt x="2190750" y="8813006"/>
                  </a:lnTo>
                </a:path>
                <a:path w="2190750" h="9525000">
                  <a:moveTo>
                    <a:pt x="1478756" y="9525000"/>
                  </a:moveTo>
                  <a:lnTo>
                    <a:pt x="711993" y="9525000"/>
                  </a:lnTo>
                </a:path>
                <a:path w="2190750" h="9525000">
                  <a:moveTo>
                    <a:pt x="0" y="8813006"/>
                  </a:moveTo>
                  <a:lnTo>
                    <a:pt x="0" y="711993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919480">
              <a:lnSpc>
                <a:spcPct val="100000"/>
              </a:lnSpc>
              <a:spcBef>
                <a:spcPts val="125"/>
              </a:spcBef>
            </a:pPr>
            <a:r>
              <a:rPr dirty="0" spc="-495"/>
              <a:t>Overview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3604971" y="2668742"/>
            <a:ext cx="6595109" cy="3326765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900" spc="-195">
                <a:solidFill>
                  <a:srgbClr val="FFFFFF"/>
                </a:solidFill>
                <a:latin typeface="Lucida Sans Unicode"/>
                <a:cs typeface="Lucida Sans Unicode"/>
              </a:rPr>
              <a:t>Then</a:t>
            </a:r>
            <a:r>
              <a:rPr dirty="0" sz="29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55">
                <a:solidFill>
                  <a:srgbClr val="FFFFFF"/>
                </a:solidFill>
                <a:latin typeface="Lucida Sans Unicode"/>
                <a:cs typeface="Lucida Sans Unicode"/>
              </a:rPr>
              <a:t>he</a:t>
            </a:r>
            <a:r>
              <a:rPr dirty="0" sz="29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20">
                <a:solidFill>
                  <a:srgbClr val="FFFFFF"/>
                </a:solidFill>
                <a:latin typeface="Lucida Sans Unicode"/>
                <a:cs typeface="Lucida Sans Unicode"/>
              </a:rPr>
              <a:t>disco</a:t>
            </a:r>
            <a:r>
              <a:rPr dirty="0" sz="2900" spc="-12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900" spc="-120">
                <a:solidFill>
                  <a:srgbClr val="FFFFFF"/>
                </a:solidFill>
                <a:latin typeface="Lucida Sans Unicode"/>
                <a:cs typeface="Lucida Sans Unicode"/>
              </a:rPr>
              <a:t>ers</a:t>
            </a:r>
            <a:r>
              <a:rPr dirty="0" sz="29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90">
                <a:solidFill>
                  <a:srgbClr val="FFFFFF"/>
                </a:solidFill>
                <a:latin typeface="Tahoma"/>
                <a:cs typeface="Tahoma"/>
              </a:rPr>
              <a:t>TechEd</a:t>
            </a:r>
            <a:r>
              <a:rPr dirty="0" sz="2900" spc="-1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Tahoma"/>
                <a:cs typeface="Tahoma"/>
              </a:rPr>
              <a:t>Stream</a:t>
            </a:r>
            <a:r>
              <a:rPr dirty="0" sz="2900" spc="-10">
                <a:solidFill>
                  <a:srgbClr val="FFFFFF"/>
                </a:solidFill>
                <a:latin typeface="Arial MT"/>
                <a:cs typeface="Arial MT"/>
              </a:rPr>
              <a:t>.</a:t>
            </a:r>
            <a:endParaRPr sz="2900">
              <a:latin typeface="Arial MT"/>
              <a:cs typeface="Arial MT"/>
            </a:endParaRPr>
          </a:p>
          <a:p>
            <a:pPr marL="12700" marR="206375">
              <a:lnSpc>
                <a:spcPct val="123600"/>
              </a:lnSpc>
              <a:spcBef>
                <a:spcPts val="50"/>
              </a:spcBef>
            </a:pPr>
            <a:r>
              <a:rPr dirty="0" sz="2900" spc="-210">
                <a:solidFill>
                  <a:srgbClr val="FFFFFF"/>
                </a:solidFill>
                <a:latin typeface="Lucida Sans Unicode"/>
                <a:cs typeface="Lucida Sans Unicode"/>
              </a:rPr>
              <a:t>No</a:t>
            </a:r>
            <a:r>
              <a:rPr dirty="0" sz="2900" spc="-210">
                <a:solidFill>
                  <a:srgbClr val="FFFFFF"/>
                </a:solidFill>
                <a:latin typeface="Arial MT"/>
                <a:cs typeface="Arial MT"/>
              </a:rPr>
              <a:t>w</a:t>
            </a:r>
            <a:r>
              <a:rPr dirty="0" sz="29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00" spc="-155">
                <a:solidFill>
                  <a:srgbClr val="FFFFFF"/>
                </a:solidFill>
                <a:latin typeface="Lucida Sans Unicode"/>
                <a:cs typeface="Lucida Sans Unicode"/>
              </a:rPr>
              <a:t>he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45">
                <a:solidFill>
                  <a:srgbClr val="FFFFFF"/>
                </a:solidFill>
                <a:latin typeface="Lucida Sans Unicode"/>
                <a:cs typeface="Lucida Sans Unicode"/>
              </a:rPr>
              <a:t>gets</a:t>
            </a:r>
            <a:r>
              <a:rPr dirty="0" sz="2900" spc="-1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25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2900" spc="-25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900" spc="-25">
                <a:solidFill>
                  <a:srgbClr val="FFFFFF"/>
                </a:solidFill>
                <a:latin typeface="Lucida Sans Unicode"/>
                <a:cs typeface="Lucida Sans Unicode"/>
              </a:rPr>
              <a:t>er</a:t>
            </a:r>
            <a:r>
              <a:rPr dirty="0" sz="2900" spc="-25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29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00" spc="-260">
                <a:solidFill>
                  <a:srgbClr val="FFFFFF"/>
                </a:solidFill>
                <a:latin typeface="Lucida Sans Unicode"/>
                <a:cs typeface="Lucida Sans Unicode"/>
              </a:rPr>
              <a:t>PYQ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240">
                <a:solidFill>
                  <a:srgbClr val="FFFFFF"/>
                </a:solidFill>
                <a:latin typeface="Lucida Sans Unicode"/>
                <a:cs typeface="Lucida Sans Unicode"/>
              </a:rPr>
              <a:t>problem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90">
                <a:solidFill>
                  <a:srgbClr val="FFFFFF"/>
                </a:solidFill>
                <a:latin typeface="Lucida Sans Unicode"/>
                <a:cs typeface="Lucida Sans Unicode"/>
              </a:rPr>
              <a:t>broken </a:t>
            </a:r>
            <a:r>
              <a:rPr dirty="0" sz="2900" spc="-16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dirty="0" sz="2900" spc="-160">
                <a:solidFill>
                  <a:srgbClr val="FFFFFF"/>
                </a:solidFill>
                <a:latin typeface="Arial MT"/>
                <a:cs typeface="Arial MT"/>
              </a:rPr>
              <a:t>w</a:t>
            </a:r>
            <a:r>
              <a:rPr dirty="0" sz="2900" spc="-16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Lucida Sans Unicode"/>
                <a:cs typeface="Lucida Sans Unicode"/>
              </a:rPr>
              <a:t>step</a:t>
            </a:r>
            <a:r>
              <a:rPr dirty="0" sz="2900" spc="-1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2900" spc="-10">
                <a:solidFill>
                  <a:srgbClr val="FFFFFF"/>
                </a:solidFill>
                <a:latin typeface="Lucida Sans Unicode"/>
                <a:cs typeface="Lucida Sans Unicode"/>
              </a:rPr>
              <a:t>b</a:t>
            </a:r>
            <a:r>
              <a:rPr dirty="0" sz="2900" spc="-10">
                <a:solidFill>
                  <a:srgbClr val="FFFFFF"/>
                </a:solidFill>
                <a:latin typeface="Arial MT"/>
                <a:cs typeface="Arial MT"/>
              </a:rPr>
              <a:t>y-</a:t>
            </a:r>
            <a:r>
              <a:rPr dirty="0" sz="2900" spc="-65">
                <a:solidFill>
                  <a:srgbClr val="FFFFFF"/>
                </a:solidFill>
                <a:latin typeface="Lucida Sans Unicode"/>
                <a:cs typeface="Lucida Sans Unicode"/>
              </a:rPr>
              <a:t>step</a:t>
            </a:r>
            <a:r>
              <a:rPr dirty="0" sz="2900" spc="-65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dirty="0" sz="2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00" spc="-30">
                <a:solidFill>
                  <a:srgbClr val="FFFFFF"/>
                </a:solidFill>
                <a:latin typeface="Lucida Sans Unicode"/>
                <a:cs typeface="Lucida Sans Unicode"/>
              </a:rPr>
              <a:t>animated </a:t>
            </a:r>
            <a:r>
              <a:rPr dirty="0" sz="2900" spc="-120">
                <a:solidFill>
                  <a:srgbClr val="FFFFFF"/>
                </a:solidFill>
                <a:latin typeface="Lucida Sans Unicode"/>
                <a:cs typeface="Lucida Sans Unicode"/>
              </a:rPr>
              <a:t>sol</a:t>
            </a:r>
            <a:r>
              <a:rPr dirty="0" sz="2900" spc="-12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900" spc="-120">
                <a:solidFill>
                  <a:srgbClr val="FFFFFF"/>
                </a:solidFill>
                <a:latin typeface="Lucida Sans Unicode"/>
                <a:cs typeface="Lucida Sans Unicode"/>
              </a:rPr>
              <a:t>tions</a:t>
            </a:r>
            <a:r>
              <a:rPr dirty="0" sz="2900" spc="-12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dirty="0" sz="29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00" spc="-100">
                <a:solidFill>
                  <a:srgbClr val="FFFFFF"/>
                </a:solidFill>
                <a:latin typeface="Lucida Sans Unicode"/>
                <a:cs typeface="Lucida Sans Unicode"/>
              </a:rPr>
              <a:t>clear</a:t>
            </a:r>
            <a:r>
              <a:rPr dirty="0" sz="29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2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2900" spc="-120">
                <a:solidFill>
                  <a:srgbClr val="FFFFFF"/>
                </a:solidFill>
                <a:latin typeface="Arial MT"/>
                <a:cs typeface="Arial MT"/>
              </a:rPr>
              <a:t>x</a:t>
            </a:r>
            <a:r>
              <a:rPr dirty="0" sz="2900" spc="-120">
                <a:solidFill>
                  <a:srgbClr val="FFFFFF"/>
                </a:solidFill>
                <a:latin typeface="Lucida Sans Unicode"/>
                <a:cs typeface="Lucida Sans Unicode"/>
              </a:rPr>
              <a:t>planations</a:t>
            </a:r>
            <a:r>
              <a:rPr dirty="0" sz="2900" spc="-12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dirty="0" sz="29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00" spc="-25">
                <a:solidFill>
                  <a:srgbClr val="FFFFFF"/>
                </a:solidFill>
                <a:latin typeface="Lucida Sans Unicode"/>
                <a:cs typeface="Lucida Sans Unicode"/>
              </a:rPr>
              <a:t>and </a:t>
            </a:r>
            <a:r>
              <a:rPr dirty="0" sz="2900" spc="-11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900" spc="-110">
                <a:solidFill>
                  <a:srgbClr val="FFFFFF"/>
                </a:solidFill>
                <a:latin typeface="Lucida Sans Unicode"/>
                <a:cs typeface="Lucida Sans Unicode"/>
              </a:rPr>
              <a:t>nderstands</a:t>
            </a:r>
            <a:r>
              <a:rPr dirty="0" sz="29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10">
                <a:solidFill>
                  <a:srgbClr val="FFFFFF"/>
                </a:solidFill>
                <a:latin typeface="Lucida Sans Unicode"/>
                <a:cs typeface="Lucida Sans Unicode"/>
              </a:rPr>
              <a:t>not</a:t>
            </a:r>
            <a:r>
              <a:rPr dirty="0" sz="29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50">
                <a:solidFill>
                  <a:srgbClr val="FFFFFF"/>
                </a:solidFill>
                <a:latin typeface="Lucida Sans Unicode"/>
                <a:cs typeface="Lucida Sans Unicode"/>
              </a:rPr>
              <a:t>j</a:t>
            </a:r>
            <a:r>
              <a:rPr dirty="0" sz="2900" spc="-5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900" spc="-50">
                <a:solidFill>
                  <a:srgbClr val="FFFFFF"/>
                </a:solidFill>
                <a:latin typeface="Lucida Sans Unicode"/>
                <a:cs typeface="Lucida Sans Unicode"/>
              </a:rPr>
              <a:t>st</a:t>
            </a:r>
            <a:r>
              <a:rPr dirty="0" sz="290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45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90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95">
                <a:solidFill>
                  <a:srgbClr val="FFFFFF"/>
                </a:solidFill>
                <a:latin typeface="Lucida Sans Unicode"/>
                <a:cs typeface="Lucida Sans Unicode"/>
              </a:rPr>
              <a:t>ans</a:t>
            </a:r>
            <a:r>
              <a:rPr dirty="0" sz="2900" spc="-95">
                <a:solidFill>
                  <a:srgbClr val="FFFFFF"/>
                </a:solidFill>
                <a:latin typeface="Arial MT"/>
                <a:cs typeface="Arial MT"/>
              </a:rPr>
              <a:t>w</a:t>
            </a:r>
            <a:r>
              <a:rPr dirty="0" sz="2900" spc="-95">
                <a:solidFill>
                  <a:srgbClr val="FFFFFF"/>
                </a:solidFill>
                <a:latin typeface="Lucida Sans Unicode"/>
                <a:cs typeface="Lucida Sans Unicode"/>
              </a:rPr>
              <a:t>er</a:t>
            </a:r>
            <a:r>
              <a:rPr dirty="0" sz="2900" spc="-95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dirty="0" sz="29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00" spc="-25">
                <a:solidFill>
                  <a:srgbClr val="FFFFFF"/>
                </a:solidFill>
                <a:latin typeface="Lucida Sans Unicode"/>
                <a:cs typeface="Lucida Sans Unicode"/>
              </a:rPr>
              <a:t>b</a:t>
            </a:r>
            <a:r>
              <a:rPr dirty="0" sz="2900" spc="-25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900" spc="-25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endParaRPr sz="2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2900" spc="-45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900" spc="-1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70">
                <a:solidFill>
                  <a:srgbClr val="FFFFFF"/>
                </a:solidFill>
                <a:latin typeface="Lucida Sans Unicode"/>
                <a:cs typeface="Lucida Sans Unicode"/>
              </a:rPr>
              <a:t>real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65">
                <a:solidFill>
                  <a:srgbClr val="FFFFFF"/>
                </a:solidFill>
                <a:latin typeface="Lucida Sans Unicode"/>
                <a:cs typeface="Lucida Sans Unicode"/>
              </a:rPr>
              <a:t>concepts</a:t>
            </a:r>
            <a:r>
              <a:rPr dirty="0" sz="29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90">
                <a:solidFill>
                  <a:srgbClr val="FFFFFF"/>
                </a:solidFill>
                <a:latin typeface="Lucida Sans Unicode"/>
                <a:cs typeface="Lucida Sans Unicode"/>
              </a:rPr>
              <a:t>behind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65">
                <a:solidFill>
                  <a:srgbClr val="FFFFFF"/>
                </a:solidFill>
                <a:latin typeface="Lucida Sans Unicode"/>
                <a:cs typeface="Lucida Sans Unicode"/>
              </a:rPr>
              <a:t>each</a:t>
            </a:r>
            <a:r>
              <a:rPr dirty="0" sz="29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0">
                <a:solidFill>
                  <a:srgbClr val="FFFFFF"/>
                </a:solidFill>
                <a:latin typeface="Lucida Sans Unicode"/>
                <a:cs typeface="Lucida Sans Unicode"/>
              </a:rPr>
              <a:t>q</a:t>
            </a:r>
            <a:r>
              <a:rPr dirty="0" sz="2900" spc="-10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900" spc="-100">
                <a:solidFill>
                  <a:srgbClr val="FFFFFF"/>
                </a:solidFill>
                <a:latin typeface="Lucida Sans Unicode"/>
                <a:cs typeface="Lucida Sans Unicode"/>
              </a:rPr>
              <a:t>estion</a:t>
            </a:r>
            <a:r>
              <a:rPr dirty="0" sz="2900" spc="-100">
                <a:solidFill>
                  <a:srgbClr val="FFFFFF"/>
                </a:solidFill>
                <a:latin typeface="Arial MT"/>
                <a:cs typeface="Arial MT"/>
              </a:rPr>
              <a:t>.</a:t>
            </a:r>
            <a:endParaRPr sz="2900">
              <a:latin typeface="Arial MT"/>
              <a:cs typeface="Arial MT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205394" y="1233583"/>
            <a:ext cx="15638780" cy="8840470"/>
            <a:chOff x="205394" y="1233583"/>
            <a:chExt cx="15638780" cy="884047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95627" y="1233583"/>
              <a:ext cx="3648089" cy="8105762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1445" y="7183983"/>
              <a:ext cx="1581149" cy="1581149"/>
            </a:xfrm>
            <a:prstGeom prst="rect">
              <a:avLst/>
            </a:prstGeom>
          </p:spPr>
        </p:pic>
        <p:pic>
          <p:nvPicPr>
            <p:cNvPr id="12" name="object 12" descr="">
              <a:hlinkClick r:id="rId4"/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5394" y="9606976"/>
              <a:ext cx="771524" cy="466709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690013" y="1036127"/>
            <a:ext cx="1590675" cy="1113790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marL="12700" marR="5080">
              <a:lnSpc>
                <a:spcPct val="78100"/>
              </a:lnSpc>
              <a:spcBef>
                <a:spcPts val="1165"/>
              </a:spcBef>
            </a:pPr>
            <a:r>
              <a:rPr dirty="0" sz="4000" spc="-675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4000" spc="-24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4000" spc="-229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dirty="0" sz="4000" spc="-24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dirty="0" sz="4000" spc="-235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4000" spc="-155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dirty="0" sz="4000" spc="-3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204">
                <a:solidFill>
                  <a:srgbClr val="FFFFFF"/>
                </a:solidFill>
                <a:latin typeface="Lucida Sans Unicode"/>
                <a:cs typeface="Lucida Sans Unicode"/>
              </a:rPr>
              <a:t>Stream</a:t>
            </a:r>
            <a:endParaRPr sz="4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2"/>
            <a:ext cx="18288000" cy="10287000"/>
            <a:chOff x="0" y="2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13049250" y="384889"/>
              <a:ext cx="4857750" cy="9525635"/>
            </a:xfrm>
            <a:custGeom>
              <a:avLst/>
              <a:gdLst/>
              <a:ahLst/>
              <a:cxnLst/>
              <a:rect l="l" t="t" r="r" b="b"/>
              <a:pathLst>
                <a:path w="4857750" h="9525635">
                  <a:moveTo>
                    <a:pt x="485775" y="9525011"/>
                  </a:moveTo>
                  <a:lnTo>
                    <a:pt x="4371975" y="9525012"/>
                  </a:lnTo>
                  <a:lnTo>
                    <a:pt x="4419590" y="9522665"/>
                  </a:lnTo>
                  <a:lnTo>
                    <a:pt x="4466743" y="9515656"/>
                  </a:lnTo>
                  <a:lnTo>
                    <a:pt x="4512988" y="9504084"/>
                  </a:lnTo>
                  <a:lnTo>
                    <a:pt x="4557866" y="9488005"/>
                  </a:lnTo>
                  <a:lnTo>
                    <a:pt x="4600969" y="9467644"/>
                  </a:lnTo>
                  <a:lnTo>
                    <a:pt x="4641862" y="9443141"/>
                  </a:lnTo>
                  <a:lnTo>
                    <a:pt x="4680155" y="9414739"/>
                  </a:lnTo>
                  <a:lnTo>
                    <a:pt x="4715477" y="9382723"/>
                  </a:lnTo>
                  <a:lnTo>
                    <a:pt x="4747494" y="9347406"/>
                  </a:lnTo>
                  <a:lnTo>
                    <a:pt x="4775874" y="9309100"/>
                  </a:lnTo>
                  <a:lnTo>
                    <a:pt x="4800387" y="9268213"/>
                  </a:lnTo>
                  <a:lnTo>
                    <a:pt x="4820775" y="9225125"/>
                  </a:lnTo>
                  <a:lnTo>
                    <a:pt x="4836841" y="9180236"/>
                  </a:lnTo>
                  <a:lnTo>
                    <a:pt x="4848421" y="9133990"/>
                  </a:lnTo>
                  <a:lnTo>
                    <a:pt x="4855418" y="9086841"/>
                  </a:lnTo>
                  <a:lnTo>
                    <a:pt x="4857749" y="9039225"/>
                  </a:lnTo>
                  <a:lnTo>
                    <a:pt x="4857750" y="485775"/>
                  </a:lnTo>
                  <a:lnTo>
                    <a:pt x="4857167" y="461939"/>
                  </a:lnTo>
                  <a:lnTo>
                    <a:pt x="4852500" y="414496"/>
                  </a:lnTo>
                  <a:lnTo>
                    <a:pt x="4843201" y="367739"/>
                  </a:lnTo>
                  <a:lnTo>
                    <a:pt x="4829357" y="322121"/>
                  </a:lnTo>
                  <a:lnTo>
                    <a:pt x="4811109" y="278080"/>
                  </a:lnTo>
                  <a:lnTo>
                    <a:pt x="4788635" y="236038"/>
                  </a:lnTo>
                  <a:lnTo>
                    <a:pt x="4762158" y="196395"/>
                  </a:lnTo>
                  <a:lnTo>
                    <a:pt x="4731915" y="159544"/>
                  </a:lnTo>
                  <a:lnTo>
                    <a:pt x="4698204" y="125837"/>
                  </a:lnTo>
                  <a:lnTo>
                    <a:pt x="4661354" y="95592"/>
                  </a:lnTo>
                  <a:lnTo>
                    <a:pt x="4621716" y="69107"/>
                  </a:lnTo>
                  <a:lnTo>
                    <a:pt x="4579671" y="46638"/>
                  </a:lnTo>
                  <a:lnTo>
                    <a:pt x="4535628" y="28394"/>
                  </a:lnTo>
                  <a:lnTo>
                    <a:pt x="4490010" y="14552"/>
                  </a:lnTo>
                  <a:lnTo>
                    <a:pt x="4443253" y="5254"/>
                  </a:lnTo>
                  <a:lnTo>
                    <a:pt x="4395811" y="580"/>
                  </a:lnTo>
                  <a:lnTo>
                    <a:pt x="4371975" y="0"/>
                  </a:lnTo>
                  <a:lnTo>
                    <a:pt x="485775" y="0"/>
                  </a:lnTo>
                  <a:lnTo>
                    <a:pt x="438159" y="2332"/>
                  </a:lnTo>
                  <a:lnTo>
                    <a:pt x="391001" y="9332"/>
                  </a:lnTo>
                  <a:lnTo>
                    <a:pt x="344764" y="20907"/>
                  </a:lnTo>
                  <a:lnTo>
                    <a:pt x="299873" y="36970"/>
                  </a:lnTo>
                  <a:lnTo>
                    <a:pt x="256780" y="57352"/>
                  </a:lnTo>
                  <a:lnTo>
                    <a:pt x="215892" y="81864"/>
                  </a:lnTo>
                  <a:lnTo>
                    <a:pt x="177599" y="110260"/>
                  </a:lnTo>
                  <a:lnTo>
                    <a:pt x="142281" y="142276"/>
                  </a:lnTo>
                  <a:lnTo>
                    <a:pt x="110260" y="177593"/>
                  </a:lnTo>
                  <a:lnTo>
                    <a:pt x="81868" y="215893"/>
                  </a:lnTo>
                  <a:lnTo>
                    <a:pt x="57360" y="256783"/>
                  </a:lnTo>
                  <a:lnTo>
                    <a:pt x="36972" y="299874"/>
                  </a:lnTo>
                  <a:lnTo>
                    <a:pt x="20909" y="344759"/>
                  </a:lnTo>
                  <a:lnTo>
                    <a:pt x="9326" y="391003"/>
                  </a:lnTo>
                  <a:lnTo>
                    <a:pt x="2331" y="438159"/>
                  </a:lnTo>
                  <a:lnTo>
                    <a:pt x="0" y="485775"/>
                  </a:lnTo>
                  <a:lnTo>
                    <a:pt x="0" y="9039225"/>
                  </a:lnTo>
                  <a:lnTo>
                    <a:pt x="2331" y="9086841"/>
                  </a:lnTo>
                  <a:lnTo>
                    <a:pt x="9327" y="9133990"/>
                  </a:lnTo>
                  <a:lnTo>
                    <a:pt x="20908" y="9180235"/>
                  </a:lnTo>
                  <a:lnTo>
                    <a:pt x="36974" y="9225125"/>
                  </a:lnTo>
                  <a:lnTo>
                    <a:pt x="57363" y="9268214"/>
                  </a:lnTo>
                  <a:lnTo>
                    <a:pt x="81875" y="9309101"/>
                  </a:lnTo>
                  <a:lnTo>
                    <a:pt x="110256" y="9347408"/>
                  </a:lnTo>
                  <a:lnTo>
                    <a:pt x="142274" y="9382725"/>
                  </a:lnTo>
                  <a:lnTo>
                    <a:pt x="177594" y="9414739"/>
                  </a:lnTo>
                  <a:lnTo>
                    <a:pt x="215887" y="9443141"/>
                  </a:lnTo>
                  <a:lnTo>
                    <a:pt x="256781" y="9467646"/>
                  </a:lnTo>
                  <a:lnTo>
                    <a:pt x="299879" y="9488017"/>
                  </a:lnTo>
                  <a:lnTo>
                    <a:pt x="344757" y="9504084"/>
                  </a:lnTo>
                  <a:lnTo>
                    <a:pt x="391003" y="9515656"/>
                  </a:lnTo>
                  <a:lnTo>
                    <a:pt x="438158" y="9522664"/>
                  </a:lnTo>
                  <a:lnTo>
                    <a:pt x="485775" y="9525011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3535025" y="384889"/>
              <a:ext cx="3886200" cy="0"/>
            </a:xfrm>
            <a:custGeom>
              <a:avLst/>
              <a:gdLst/>
              <a:ahLst/>
              <a:cxnLst/>
              <a:rect l="l" t="t" r="r" b="b"/>
              <a:pathLst>
                <a:path w="3886200" h="0">
                  <a:moveTo>
                    <a:pt x="3886200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08840" y="421998"/>
              <a:ext cx="228013" cy="20845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3049250" y="870664"/>
              <a:ext cx="0" cy="8553450"/>
            </a:xfrm>
            <a:custGeom>
              <a:avLst/>
              <a:gdLst/>
              <a:ahLst/>
              <a:cxnLst/>
              <a:rect l="l" t="t" r="r" b="b"/>
              <a:pathLst>
                <a:path w="0" h="8553450">
                  <a:moveTo>
                    <a:pt x="0" y="0"/>
                  </a:moveTo>
                  <a:lnTo>
                    <a:pt x="0" y="855345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21600" y="9684466"/>
              <a:ext cx="215254" cy="18830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3535025" y="9909901"/>
              <a:ext cx="3886200" cy="0"/>
            </a:xfrm>
            <a:custGeom>
              <a:avLst/>
              <a:gdLst/>
              <a:ahLst/>
              <a:cxnLst/>
              <a:rect l="l" t="t" r="r" b="b"/>
              <a:pathLst>
                <a:path w="3886200" h="0">
                  <a:moveTo>
                    <a:pt x="0" y="0"/>
                  </a:moveTo>
                  <a:lnTo>
                    <a:pt x="388620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40695" y="9684464"/>
              <a:ext cx="193954" cy="177593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7907000" y="870664"/>
              <a:ext cx="0" cy="8553450"/>
            </a:xfrm>
            <a:custGeom>
              <a:avLst/>
              <a:gdLst/>
              <a:ahLst/>
              <a:cxnLst/>
              <a:rect l="l" t="t" r="r" b="b"/>
              <a:pathLst>
                <a:path w="0" h="8553450">
                  <a:moveTo>
                    <a:pt x="0" y="855345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40695" y="432718"/>
              <a:ext cx="206715" cy="197733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380390" y="381002"/>
              <a:ext cx="12334875" cy="9525000"/>
            </a:xfrm>
            <a:custGeom>
              <a:avLst/>
              <a:gdLst/>
              <a:ahLst/>
              <a:cxnLst/>
              <a:rect l="l" t="t" r="r" b="b"/>
              <a:pathLst>
                <a:path w="12334875" h="9525000">
                  <a:moveTo>
                    <a:pt x="11620500" y="9524997"/>
                  </a:moveTo>
                  <a:lnTo>
                    <a:pt x="714375" y="9524997"/>
                  </a:lnTo>
                  <a:lnTo>
                    <a:pt x="644353" y="9521568"/>
                  </a:lnTo>
                  <a:lnTo>
                    <a:pt x="575006" y="9511280"/>
                  </a:lnTo>
                  <a:lnTo>
                    <a:pt x="506997" y="9494253"/>
                  </a:lnTo>
                  <a:lnTo>
                    <a:pt x="440996" y="9470620"/>
                  </a:lnTo>
                  <a:lnTo>
                    <a:pt x="377618" y="9440651"/>
                  </a:lnTo>
                  <a:lnTo>
                    <a:pt x="317490" y="9404602"/>
                  </a:lnTo>
                  <a:lnTo>
                    <a:pt x="261176" y="9362852"/>
                  </a:lnTo>
                  <a:lnTo>
                    <a:pt x="209242" y="9315757"/>
                  </a:lnTo>
                  <a:lnTo>
                    <a:pt x="162150" y="9263819"/>
                  </a:lnTo>
                  <a:lnTo>
                    <a:pt x="120391" y="9207514"/>
                  </a:lnTo>
                  <a:lnTo>
                    <a:pt x="84349" y="9147383"/>
                  </a:lnTo>
                  <a:lnTo>
                    <a:pt x="54375" y="9084003"/>
                  </a:lnTo>
                  <a:lnTo>
                    <a:pt x="30752" y="9017996"/>
                  </a:lnTo>
                  <a:lnTo>
                    <a:pt x="13726" y="8949995"/>
                  </a:lnTo>
                  <a:lnTo>
                    <a:pt x="3430" y="8880644"/>
                  </a:lnTo>
                  <a:lnTo>
                    <a:pt x="0" y="8810625"/>
                  </a:lnTo>
                  <a:lnTo>
                    <a:pt x="0" y="714375"/>
                  </a:lnTo>
                  <a:lnTo>
                    <a:pt x="3431" y="644353"/>
                  </a:lnTo>
                  <a:lnTo>
                    <a:pt x="13725" y="575006"/>
                  </a:lnTo>
                  <a:lnTo>
                    <a:pt x="30752" y="507000"/>
                  </a:lnTo>
                  <a:lnTo>
                    <a:pt x="54380" y="440995"/>
                  </a:lnTo>
                  <a:lnTo>
                    <a:pt x="84345" y="377616"/>
                  </a:lnTo>
                  <a:lnTo>
                    <a:pt x="120393" y="317488"/>
                  </a:lnTo>
                  <a:lnTo>
                    <a:pt x="162149" y="261175"/>
                  </a:lnTo>
                  <a:lnTo>
                    <a:pt x="209236" y="209236"/>
                  </a:lnTo>
                  <a:lnTo>
                    <a:pt x="261174" y="162149"/>
                  </a:lnTo>
                  <a:lnTo>
                    <a:pt x="317488" y="120393"/>
                  </a:lnTo>
                  <a:lnTo>
                    <a:pt x="377616" y="84345"/>
                  </a:lnTo>
                  <a:lnTo>
                    <a:pt x="440996" y="54379"/>
                  </a:lnTo>
                  <a:lnTo>
                    <a:pt x="507000" y="30752"/>
                  </a:lnTo>
                  <a:lnTo>
                    <a:pt x="575007" y="13725"/>
                  </a:lnTo>
                  <a:lnTo>
                    <a:pt x="644353" y="3431"/>
                  </a:lnTo>
                  <a:lnTo>
                    <a:pt x="714375" y="0"/>
                  </a:lnTo>
                  <a:lnTo>
                    <a:pt x="11620500" y="0"/>
                  </a:lnTo>
                  <a:lnTo>
                    <a:pt x="11690510" y="3430"/>
                  </a:lnTo>
                  <a:lnTo>
                    <a:pt x="11759851" y="13724"/>
                  </a:lnTo>
                  <a:lnTo>
                    <a:pt x="11827862" y="30750"/>
                  </a:lnTo>
                  <a:lnTo>
                    <a:pt x="11893868" y="54376"/>
                  </a:lnTo>
                  <a:lnTo>
                    <a:pt x="11957223" y="84324"/>
                  </a:lnTo>
                  <a:lnTo>
                    <a:pt x="12017400" y="120405"/>
                  </a:lnTo>
                  <a:lnTo>
                    <a:pt x="12073706" y="162147"/>
                  </a:lnTo>
                  <a:lnTo>
                    <a:pt x="12125627" y="209218"/>
                  </a:lnTo>
                  <a:lnTo>
                    <a:pt x="12172745" y="261193"/>
                  </a:lnTo>
                  <a:lnTo>
                    <a:pt x="12214469" y="317496"/>
                  </a:lnTo>
                  <a:lnTo>
                    <a:pt x="12250508" y="377606"/>
                  </a:lnTo>
                  <a:lnTo>
                    <a:pt x="12280483" y="440996"/>
                  </a:lnTo>
                  <a:lnTo>
                    <a:pt x="12304117" y="507000"/>
                  </a:lnTo>
                  <a:lnTo>
                    <a:pt x="12321144" y="575010"/>
                  </a:lnTo>
                  <a:lnTo>
                    <a:pt x="12331431" y="644355"/>
                  </a:lnTo>
                  <a:lnTo>
                    <a:pt x="12334860" y="714375"/>
                  </a:lnTo>
                  <a:lnTo>
                    <a:pt x="12334860" y="8810625"/>
                  </a:lnTo>
                  <a:lnTo>
                    <a:pt x="12331432" y="8880642"/>
                  </a:lnTo>
                  <a:lnTo>
                    <a:pt x="12321144" y="8949992"/>
                  </a:lnTo>
                  <a:lnTo>
                    <a:pt x="12304117" y="9017996"/>
                  </a:lnTo>
                  <a:lnTo>
                    <a:pt x="12280487" y="9084002"/>
                  </a:lnTo>
                  <a:lnTo>
                    <a:pt x="12250506" y="9147392"/>
                  </a:lnTo>
                  <a:lnTo>
                    <a:pt x="12214470" y="9207507"/>
                  </a:lnTo>
                  <a:lnTo>
                    <a:pt x="12172742" y="9263801"/>
                  </a:lnTo>
                  <a:lnTo>
                    <a:pt x="12125622" y="9315775"/>
                  </a:lnTo>
                  <a:lnTo>
                    <a:pt x="12073705" y="9362852"/>
                  </a:lnTo>
                  <a:lnTo>
                    <a:pt x="12017396" y="9404589"/>
                  </a:lnTo>
                  <a:lnTo>
                    <a:pt x="11957224" y="9440672"/>
                  </a:lnTo>
                  <a:lnTo>
                    <a:pt x="11893868" y="9470623"/>
                  </a:lnTo>
                  <a:lnTo>
                    <a:pt x="11827866" y="9494255"/>
                  </a:lnTo>
                  <a:lnTo>
                    <a:pt x="11759852" y="9511281"/>
                  </a:lnTo>
                  <a:lnTo>
                    <a:pt x="11690510" y="9521569"/>
                  </a:lnTo>
                  <a:lnTo>
                    <a:pt x="11620500" y="9524997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80390" y="381002"/>
              <a:ext cx="12334875" cy="9525000"/>
            </a:xfrm>
            <a:custGeom>
              <a:avLst/>
              <a:gdLst/>
              <a:ahLst/>
              <a:cxnLst/>
              <a:rect l="l" t="t" r="r" b="b"/>
              <a:pathLst>
                <a:path w="12334875" h="9525000">
                  <a:moveTo>
                    <a:pt x="714375" y="0"/>
                  </a:moveTo>
                  <a:lnTo>
                    <a:pt x="11620500" y="0"/>
                  </a:lnTo>
                </a:path>
                <a:path w="12334875" h="9525000">
                  <a:moveTo>
                    <a:pt x="12334859" y="714375"/>
                  </a:moveTo>
                  <a:lnTo>
                    <a:pt x="12334860" y="8810624"/>
                  </a:lnTo>
                </a:path>
                <a:path w="12334875" h="9525000">
                  <a:moveTo>
                    <a:pt x="11620500" y="9524997"/>
                  </a:moveTo>
                  <a:lnTo>
                    <a:pt x="714375" y="9524997"/>
                  </a:lnTo>
                </a:path>
                <a:path w="12334875" h="9525000">
                  <a:moveTo>
                    <a:pt x="0" y="8810625"/>
                  </a:moveTo>
                  <a:lnTo>
                    <a:pt x="0" y="714375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126206" y="7010569"/>
            <a:ext cx="6713855" cy="24739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050" spc="-1620">
                <a:solidFill>
                  <a:srgbClr val="FFFFFF"/>
                </a:solidFill>
                <a:latin typeface="Lucida Sans Unicode"/>
                <a:cs typeface="Lucida Sans Unicode"/>
              </a:rPr>
              <a:t>P</a:t>
            </a:r>
            <a:r>
              <a:rPr dirty="0" sz="16050" spc="-216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dirty="0" sz="16050" spc="-1695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dirty="0" sz="16050" spc="-1680">
                <a:solidFill>
                  <a:srgbClr val="FFFFFF"/>
                </a:solidFill>
                <a:latin typeface="Lucida Sans Unicode"/>
                <a:cs typeface="Lucida Sans Unicode"/>
              </a:rPr>
              <a:t>b</a:t>
            </a:r>
            <a:r>
              <a:rPr dirty="0" sz="16050" spc="-1810">
                <a:solidFill>
                  <a:srgbClr val="FFFFFF"/>
                </a:solidFill>
                <a:latin typeface="Lucida Sans Unicode"/>
                <a:cs typeface="Lucida Sans Unicode"/>
              </a:rPr>
              <a:t>l</a:t>
            </a:r>
            <a:r>
              <a:rPr dirty="0" sz="16050" spc="-166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16050" spc="-1010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endParaRPr sz="16050">
              <a:latin typeface="Lucida Sans Unicode"/>
              <a:cs typeface="Lucida Sans Unicode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12210409" y="0"/>
            <a:ext cx="6077585" cy="10287000"/>
            <a:chOff x="12210409" y="0"/>
            <a:chExt cx="6077585" cy="10287000"/>
          </a:xfrm>
        </p:grpSpPr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210409" y="0"/>
              <a:ext cx="6077590" cy="1028700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449299" y="762701"/>
              <a:ext cx="4057649" cy="8724899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544293" y="763594"/>
              <a:ext cx="1847849" cy="342899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2410008" y="946584"/>
            <a:ext cx="8098790" cy="6210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900" spc="-140">
                <a:latin typeface="Tahoma"/>
                <a:cs typeface="Tahoma"/>
              </a:rPr>
              <a:t>The</a:t>
            </a:r>
            <a:r>
              <a:rPr dirty="0" sz="3900" spc="-245">
                <a:latin typeface="Tahoma"/>
                <a:cs typeface="Tahoma"/>
              </a:rPr>
              <a:t> </a:t>
            </a:r>
            <a:r>
              <a:rPr dirty="0" sz="3900">
                <a:latin typeface="Tahoma"/>
                <a:cs typeface="Tahoma"/>
              </a:rPr>
              <a:t>Str</a:t>
            </a:r>
            <a:r>
              <a:rPr dirty="0" sz="3850">
                <a:latin typeface="Arial MT"/>
                <a:cs typeface="Arial MT"/>
              </a:rPr>
              <a:t>u</a:t>
            </a:r>
            <a:r>
              <a:rPr dirty="0" sz="3900">
                <a:latin typeface="Tahoma"/>
                <a:cs typeface="Tahoma"/>
              </a:rPr>
              <a:t>ggle</a:t>
            </a:r>
            <a:r>
              <a:rPr dirty="0" sz="3900" spc="-245">
                <a:latin typeface="Tahoma"/>
                <a:cs typeface="Tahoma"/>
              </a:rPr>
              <a:t> </a:t>
            </a:r>
            <a:r>
              <a:rPr dirty="0" sz="3850">
                <a:latin typeface="Arial MT"/>
                <a:cs typeface="Arial MT"/>
              </a:rPr>
              <a:t>w</a:t>
            </a:r>
            <a:r>
              <a:rPr dirty="0" sz="3900">
                <a:latin typeface="Tahoma"/>
                <a:cs typeface="Tahoma"/>
              </a:rPr>
              <a:t>ith</a:t>
            </a:r>
            <a:r>
              <a:rPr dirty="0" sz="3900" spc="-240">
                <a:latin typeface="Tahoma"/>
                <a:cs typeface="Tahoma"/>
              </a:rPr>
              <a:t> </a:t>
            </a:r>
            <a:r>
              <a:rPr dirty="0" sz="3900" spc="-70">
                <a:latin typeface="Tahoma"/>
                <a:cs typeface="Tahoma"/>
              </a:rPr>
              <a:t>Traditional</a:t>
            </a:r>
            <a:r>
              <a:rPr dirty="0" sz="3900" spc="-245">
                <a:latin typeface="Tahoma"/>
                <a:cs typeface="Tahoma"/>
              </a:rPr>
              <a:t> </a:t>
            </a:r>
            <a:r>
              <a:rPr dirty="0" sz="3900" spc="-10">
                <a:latin typeface="Tahoma"/>
                <a:cs typeface="Tahoma"/>
              </a:rPr>
              <a:t>Learning</a:t>
            </a:r>
            <a:endParaRPr sz="3900">
              <a:latin typeface="Tahoma"/>
              <a:cs typeface="Tahom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781775" y="3131570"/>
            <a:ext cx="10594975" cy="3651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5275" indent="-266700">
              <a:lnSpc>
                <a:spcPct val="100000"/>
              </a:lnSpc>
              <a:spcBef>
                <a:spcPts val="100"/>
              </a:spcBef>
              <a:buSzPct val="88461"/>
              <a:buFont typeface="Arial MT"/>
              <a:buAutoNum type="arabicPeriod"/>
              <a:tabLst>
                <a:tab pos="295275" algn="l"/>
              </a:tabLst>
            </a:pPr>
            <a:r>
              <a:rPr dirty="0" sz="2600" spc="-45">
                <a:solidFill>
                  <a:srgbClr val="FFFFFF"/>
                </a:solidFill>
                <a:latin typeface="Tahoma"/>
                <a:cs typeface="Tahoma"/>
              </a:rPr>
              <a:t>Engineering</a:t>
            </a:r>
            <a:r>
              <a:rPr dirty="0" sz="260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255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bjects</a:t>
            </a:r>
            <a:r>
              <a:rPr dirty="0" sz="26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often</a:t>
            </a:r>
            <a:r>
              <a:rPr dirty="0" sz="26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ahoma"/>
                <a:cs typeface="Tahoma"/>
              </a:rPr>
              <a:t>rel</a:t>
            </a:r>
            <a:r>
              <a:rPr dirty="0" sz="2550" spc="-2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25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 spc="-35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26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60">
                <a:solidFill>
                  <a:srgbClr val="FFFFFF"/>
                </a:solidFill>
                <a:latin typeface="Tahoma"/>
                <a:cs typeface="Tahoma"/>
              </a:rPr>
              <a:t>static</a:t>
            </a:r>
            <a:r>
              <a:rPr dirty="0" sz="26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notes</a:t>
            </a:r>
            <a:r>
              <a:rPr dirty="0" sz="26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dirty="0" sz="26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theoretical</a:t>
            </a:r>
            <a:r>
              <a:rPr dirty="0" sz="26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diagrams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  <a:buAutoNum type="arabicPeriod"/>
            </a:pPr>
            <a:endParaRPr sz="2400">
              <a:latin typeface="Tahoma"/>
              <a:cs typeface="Tahoma"/>
            </a:endParaRPr>
          </a:p>
          <a:p>
            <a:pPr marL="407034" indent="-330835">
              <a:lnSpc>
                <a:spcPct val="100000"/>
              </a:lnSpc>
              <a:buSzPct val="80769"/>
              <a:buFont typeface="Arial MT"/>
              <a:buAutoNum type="arabicPeriod"/>
              <a:tabLst>
                <a:tab pos="407034" algn="l"/>
              </a:tabLst>
            </a:pPr>
            <a:r>
              <a:rPr dirty="0" sz="2600" spc="-40">
                <a:solidFill>
                  <a:srgbClr val="FFFFFF"/>
                </a:solidFill>
                <a:latin typeface="Tahoma"/>
                <a:cs typeface="Tahoma"/>
              </a:rPr>
              <a:t>Limited</a:t>
            </a:r>
            <a:r>
              <a:rPr dirty="0" sz="26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50" spc="-1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dirty="0" sz="2550" spc="-1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ali</a:t>
            </a:r>
            <a:r>
              <a:rPr dirty="0" sz="2550" spc="-10">
                <a:solidFill>
                  <a:srgbClr val="FFFFFF"/>
                </a:solidFill>
                <a:latin typeface="Arial MT"/>
                <a:cs typeface="Arial MT"/>
              </a:rPr>
              <a:t>z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ation</a:t>
            </a:r>
            <a:r>
              <a:rPr dirty="0" sz="26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leads</a:t>
            </a:r>
            <a:r>
              <a:rPr dirty="0" sz="26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dirty="0" sz="26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Tahoma"/>
                <a:cs typeface="Tahoma"/>
              </a:rPr>
              <a:t>poor</a:t>
            </a:r>
            <a:r>
              <a:rPr dirty="0" sz="26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concept</a:t>
            </a:r>
            <a:r>
              <a:rPr dirty="0" sz="26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50" spc="-1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nderstanding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2400">
              <a:latin typeface="Tahoma"/>
              <a:cs typeface="Tahoma"/>
            </a:endParaRPr>
          </a:p>
          <a:p>
            <a:pPr marL="76200" marR="1687830">
              <a:lnSpc>
                <a:spcPct val="122600"/>
              </a:lnSpc>
              <a:spcBef>
                <a:spcPts val="5"/>
              </a:spcBef>
            </a:pPr>
            <a:r>
              <a:rPr dirty="0" baseline="7407" sz="3375">
                <a:solidFill>
                  <a:srgbClr val="FFFFFF"/>
                </a:solidFill>
                <a:latin typeface="Arial MT"/>
                <a:cs typeface="Arial MT"/>
              </a:rPr>
              <a:t>2.</a:t>
            </a:r>
            <a:r>
              <a:rPr dirty="0" baseline="7407" sz="3375" spc="442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2550">
                <a:solidFill>
                  <a:srgbClr val="FFFFFF"/>
                </a:solidFill>
                <a:latin typeface="Arial MT"/>
                <a:cs typeface="Arial MT"/>
              </a:rPr>
              <a:t>x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isting</a:t>
            </a:r>
            <a:r>
              <a:rPr dirty="0" sz="260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st</a:t>
            </a:r>
            <a:r>
              <a:rPr dirty="0" sz="255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dirty="0" sz="255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25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platforms</a:t>
            </a:r>
            <a:r>
              <a:rPr dirty="0" sz="260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7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dirty="0" sz="260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ahoma"/>
                <a:cs typeface="Tahoma"/>
              </a:rPr>
              <a:t>generic</a:t>
            </a:r>
            <a:r>
              <a:rPr dirty="0" sz="260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5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dirty="0" sz="25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not</a:t>
            </a:r>
            <a:r>
              <a:rPr dirty="0" sz="260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ahoma"/>
                <a:cs typeface="Tahoma"/>
              </a:rPr>
              <a:t>tailored</a:t>
            </a:r>
            <a:r>
              <a:rPr dirty="0" sz="260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dirty="0" sz="260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2550" spc="-1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er</a:t>
            </a:r>
            <a:r>
              <a:rPr dirty="0" sz="2550" spc="-1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25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 spc="-40">
                <a:solidFill>
                  <a:srgbClr val="FFFFFF"/>
                </a:solidFill>
                <a:latin typeface="Tahoma"/>
                <a:cs typeface="Tahoma"/>
              </a:rPr>
              <a:t>engineering</a:t>
            </a:r>
            <a:r>
              <a:rPr dirty="0" sz="260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Q</a:t>
            </a:r>
            <a:r>
              <a:rPr dirty="0" sz="2550" spc="-1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estions</a:t>
            </a:r>
            <a:r>
              <a:rPr dirty="0" sz="2550" spc="-10">
                <a:solidFill>
                  <a:srgbClr val="FFFFFF"/>
                </a:solidFill>
                <a:latin typeface="Arial MT"/>
                <a:cs typeface="Arial MT"/>
              </a:rPr>
              <a:t>.</a:t>
            </a:r>
            <a:endParaRPr sz="2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2400">
              <a:latin typeface="Arial MT"/>
              <a:cs typeface="Arial MT"/>
            </a:endParaRPr>
          </a:p>
          <a:p>
            <a:pPr marL="76200">
              <a:lnSpc>
                <a:spcPct val="100000"/>
              </a:lnSpc>
            </a:pPr>
            <a:r>
              <a:rPr dirty="0" baseline="7407" sz="3375">
                <a:solidFill>
                  <a:srgbClr val="FFFFFF"/>
                </a:solidFill>
                <a:latin typeface="Arial MT"/>
                <a:cs typeface="Arial MT"/>
              </a:rPr>
              <a:t>4.</a:t>
            </a:r>
            <a:r>
              <a:rPr dirty="0" baseline="7407" sz="3375" spc="3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St</a:t>
            </a:r>
            <a:r>
              <a:rPr dirty="0" sz="255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dents</a:t>
            </a:r>
            <a:r>
              <a:rPr dirty="0" sz="26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face</a:t>
            </a:r>
            <a:r>
              <a:rPr dirty="0" sz="26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di</a:t>
            </a:r>
            <a:r>
              <a:rPr dirty="0" sz="2550" spc="465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dirty="0" sz="2600" spc="5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dirty="0" sz="2550" spc="5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600" spc="50">
                <a:solidFill>
                  <a:srgbClr val="FFFFFF"/>
                </a:solidFill>
                <a:latin typeface="Tahoma"/>
                <a:cs typeface="Tahoma"/>
              </a:rPr>
              <a:t>lt</a:t>
            </a:r>
            <a:r>
              <a:rPr dirty="0" sz="2550" spc="5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2550" spc="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550" spc="-130">
                <a:solidFill>
                  <a:srgbClr val="FFFFFF"/>
                </a:solidFill>
                <a:latin typeface="Lucida Sans Unicode"/>
                <a:cs typeface="Lucida Sans Unicode"/>
              </a:rPr>
              <a:t>relating</a:t>
            </a:r>
            <a:r>
              <a:rPr dirty="0" sz="255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125">
                <a:solidFill>
                  <a:srgbClr val="FFFFFF"/>
                </a:solidFill>
                <a:latin typeface="Lucida Sans Unicode"/>
                <a:cs typeface="Lucida Sans Unicode"/>
              </a:rPr>
              <a:t>form</a:t>
            </a:r>
            <a:r>
              <a:rPr dirty="0" sz="2550" spc="-125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550" spc="-125">
                <a:solidFill>
                  <a:srgbClr val="FFFFFF"/>
                </a:solidFill>
                <a:latin typeface="Lucida Sans Unicode"/>
                <a:cs typeface="Lucida Sans Unicode"/>
              </a:rPr>
              <a:t>las</a:t>
            </a:r>
            <a:r>
              <a:rPr dirty="0" sz="255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55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80">
                <a:solidFill>
                  <a:srgbClr val="FFFFFF"/>
                </a:solidFill>
                <a:latin typeface="Lucida Sans Unicode"/>
                <a:cs typeface="Lucida Sans Unicode"/>
              </a:rPr>
              <a:t>real</a:t>
            </a:r>
            <a:r>
              <a:rPr dirty="0" sz="2550" spc="-8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2550" spc="-150">
                <a:solidFill>
                  <a:srgbClr val="FFFFFF"/>
                </a:solidFill>
                <a:latin typeface="Arial MT"/>
                <a:cs typeface="Arial MT"/>
              </a:rPr>
              <a:t>w</a:t>
            </a:r>
            <a:r>
              <a:rPr dirty="0" sz="2550" spc="-150">
                <a:solidFill>
                  <a:srgbClr val="FFFFFF"/>
                </a:solidFill>
                <a:latin typeface="Lucida Sans Unicode"/>
                <a:cs typeface="Lucida Sans Unicode"/>
              </a:rPr>
              <a:t>orld</a:t>
            </a:r>
            <a:r>
              <a:rPr dirty="0" sz="255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10">
                <a:solidFill>
                  <a:srgbClr val="FFFFFF"/>
                </a:solidFill>
                <a:latin typeface="Lucida Sans Unicode"/>
                <a:cs typeface="Lucida Sans Unicode"/>
              </a:rPr>
              <a:t>applications</a:t>
            </a:r>
            <a:endParaRPr sz="2550">
              <a:latin typeface="Lucida Sans Unicode"/>
              <a:cs typeface="Lucida Sans Unicode"/>
            </a:endParaRPr>
          </a:p>
        </p:txBody>
      </p:sp>
      <p:pic>
        <p:nvPicPr>
          <p:cNvPr id="21" name="object 21" descr="">
            <a:hlinkClick r:id="rId9"/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05394" y="9606975"/>
            <a:ext cx="771524" cy="4667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2857499" y="380999"/>
              <a:ext cx="15049500" cy="9525000"/>
            </a:xfrm>
            <a:custGeom>
              <a:avLst/>
              <a:gdLst/>
              <a:ahLst/>
              <a:cxnLst/>
              <a:rect l="l" t="t" r="r" b="b"/>
              <a:pathLst>
                <a:path w="15049500" h="9525000">
                  <a:moveTo>
                    <a:pt x="14335125" y="9525000"/>
                  </a:moveTo>
                  <a:lnTo>
                    <a:pt x="714375" y="9525000"/>
                  </a:lnTo>
                  <a:lnTo>
                    <a:pt x="644353" y="9521570"/>
                  </a:lnTo>
                  <a:lnTo>
                    <a:pt x="575005" y="9511284"/>
                  </a:lnTo>
                  <a:lnTo>
                    <a:pt x="506999" y="9494245"/>
                  </a:lnTo>
                  <a:lnTo>
                    <a:pt x="440993" y="9470627"/>
                  </a:lnTo>
                  <a:lnTo>
                    <a:pt x="377617" y="9440652"/>
                  </a:lnTo>
                  <a:lnTo>
                    <a:pt x="317486" y="9404608"/>
                  </a:lnTo>
                  <a:lnTo>
                    <a:pt x="261182" y="9362844"/>
                  </a:lnTo>
                  <a:lnTo>
                    <a:pt x="209245" y="9315754"/>
                  </a:lnTo>
                  <a:lnTo>
                    <a:pt x="162150" y="9263820"/>
                  </a:lnTo>
                  <a:lnTo>
                    <a:pt x="120390" y="9207515"/>
                  </a:lnTo>
                  <a:lnTo>
                    <a:pt x="84347" y="9147384"/>
                  </a:lnTo>
                  <a:lnTo>
                    <a:pt x="54374" y="9084004"/>
                  </a:lnTo>
                  <a:lnTo>
                    <a:pt x="30751" y="9017997"/>
                  </a:lnTo>
                  <a:lnTo>
                    <a:pt x="13725" y="8949995"/>
                  </a:lnTo>
                  <a:lnTo>
                    <a:pt x="3431" y="8880644"/>
                  </a:lnTo>
                  <a:lnTo>
                    <a:pt x="0" y="8810625"/>
                  </a:lnTo>
                  <a:lnTo>
                    <a:pt x="0" y="714375"/>
                  </a:lnTo>
                  <a:lnTo>
                    <a:pt x="3431" y="644353"/>
                  </a:lnTo>
                  <a:lnTo>
                    <a:pt x="13725" y="575006"/>
                  </a:lnTo>
                  <a:lnTo>
                    <a:pt x="30752" y="507000"/>
                  </a:lnTo>
                  <a:lnTo>
                    <a:pt x="54380" y="440995"/>
                  </a:lnTo>
                  <a:lnTo>
                    <a:pt x="84345" y="377616"/>
                  </a:lnTo>
                  <a:lnTo>
                    <a:pt x="120393" y="317488"/>
                  </a:lnTo>
                  <a:lnTo>
                    <a:pt x="162149" y="261175"/>
                  </a:lnTo>
                  <a:lnTo>
                    <a:pt x="209241" y="209240"/>
                  </a:lnTo>
                  <a:lnTo>
                    <a:pt x="261177" y="162151"/>
                  </a:lnTo>
                  <a:lnTo>
                    <a:pt x="317485" y="120388"/>
                  </a:lnTo>
                  <a:lnTo>
                    <a:pt x="377617" y="84346"/>
                  </a:lnTo>
                  <a:lnTo>
                    <a:pt x="440994" y="54375"/>
                  </a:lnTo>
                  <a:lnTo>
                    <a:pt x="507000" y="30752"/>
                  </a:lnTo>
                  <a:lnTo>
                    <a:pt x="575007" y="13724"/>
                  </a:lnTo>
                  <a:lnTo>
                    <a:pt x="644353" y="3431"/>
                  </a:lnTo>
                  <a:lnTo>
                    <a:pt x="714375" y="0"/>
                  </a:lnTo>
                  <a:lnTo>
                    <a:pt x="14335140" y="0"/>
                  </a:lnTo>
                  <a:lnTo>
                    <a:pt x="14370201" y="857"/>
                  </a:lnTo>
                  <a:lnTo>
                    <a:pt x="14439949" y="7725"/>
                  </a:lnTo>
                  <a:lnTo>
                    <a:pt x="14508696" y="21403"/>
                  </a:lnTo>
                  <a:lnTo>
                    <a:pt x="14575778" y="41748"/>
                  </a:lnTo>
                  <a:lnTo>
                    <a:pt x="14640558" y="68583"/>
                  </a:lnTo>
                  <a:lnTo>
                    <a:pt x="14702398" y="101633"/>
                  </a:lnTo>
                  <a:lnTo>
                    <a:pt x="14760680" y="140580"/>
                  </a:lnTo>
                  <a:lnTo>
                    <a:pt x="14814881" y="185065"/>
                  </a:lnTo>
                  <a:lnTo>
                    <a:pt x="14864444" y="234638"/>
                  </a:lnTo>
                  <a:lnTo>
                    <a:pt x="14908921" y="288823"/>
                  </a:lnTo>
                  <a:lnTo>
                    <a:pt x="14947864" y="347107"/>
                  </a:lnTo>
                  <a:lnTo>
                    <a:pt x="14980914" y="408931"/>
                  </a:lnTo>
                  <a:lnTo>
                    <a:pt x="15007746" y="473708"/>
                  </a:lnTo>
                  <a:lnTo>
                    <a:pt x="15028095" y="540791"/>
                  </a:lnTo>
                  <a:lnTo>
                    <a:pt x="15041778" y="609555"/>
                  </a:lnTo>
                  <a:lnTo>
                    <a:pt x="15048646" y="679322"/>
                  </a:lnTo>
                  <a:lnTo>
                    <a:pt x="15049500" y="714375"/>
                  </a:lnTo>
                  <a:lnTo>
                    <a:pt x="15049500" y="8810625"/>
                  </a:lnTo>
                  <a:lnTo>
                    <a:pt x="15046071" y="8880643"/>
                  </a:lnTo>
                  <a:lnTo>
                    <a:pt x="15035784" y="8949994"/>
                  </a:lnTo>
                  <a:lnTo>
                    <a:pt x="15018746" y="9017997"/>
                  </a:lnTo>
                  <a:lnTo>
                    <a:pt x="14995127" y="9084007"/>
                  </a:lnTo>
                  <a:lnTo>
                    <a:pt x="14965144" y="9147399"/>
                  </a:lnTo>
                  <a:lnTo>
                    <a:pt x="14929107" y="9207514"/>
                  </a:lnTo>
                  <a:lnTo>
                    <a:pt x="14887361" y="9263796"/>
                  </a:lnTo>
                  <a:lnTo>
                    <a:pt x="14840241" y="9315769"/>
                  </a:lnTo>
                  <a:lnTo>
                    <a:pt x="14788321" y="9362842"/>
                  </a:lnTo>
                  <a:lnTo>
                    <a:pt x="14732028" y="9404598"/>
                  </a:lnTo>
                  <a:lnTo>
                    <a:pt x="14671848" y="9440671"/>
                  </a:lnTo>
                  <a:lnTo>
                    <a:pt x="14608497" y="9470631"/>
                  </a:lnTo>
                  <a:lnTo>
                    <a:pt x="14542489" y="9494249"/>
                  </a:lnTo>
                  <a:lnTo>
                    <a:pt x="14474479" y="9511287"/>
                  </a:lnTo>
                  <a:lnTo>
                    <a:pt x="14405135" y="9521572"/>
                  </a:lnTo>
                  <a:lnTo>
                    <a:pt x="14335125" y="95250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857500" y="380999"/>
              <a:ext cx="15049500" cy="9525000"/>
            </a:xfrm>
            <a:custGeom>
              <a:avLst/>
              <a:gdLst/>
              <a:ahLst/>
              <a:cxnLst/>
              <a:rect l="l" t="t" r="r" b="b"/>
              <a:pathLst>
                <a:path w="15049500" h="9525000">
                  <a:moveTo>
                    <a:pt x="714375" y="0"/>
                  </a:moveTo>
                  <a:lnTo>
                    <a:pt x="14335125" y="0"/>
                  </a:lnTo>
                </a:path>
                <a:path w="15049500" h="9525000">
                  <a:moveTo>
                    <a:pt x="15049500" y="714375"/>
                  </a:moveTo>
                  <a:lnTo>
                    <a:pt x="15049500" y="8810625"/>
                  </a:lnTo>
                </a:path>
                <a:path w="15049500" h="9525000">
                  <a:moveTo>
                    <a:pt x="14335125" y="9525000"/>
                  </a:moveTo>
                  <a:lnTo>
                    <a:pt x="714375" y="9524999"/>
                  </a:lnTo>
                </a:path>
                <a:path w="15049500" h="9525000">
                  <a:moveTo>
                    <a:pt x="0" y="8810625"/>
                  </a:moveTo>
                  <a:lnTo>
                    <a:pt x="0" y="714375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80999" y="380999"/>
              <a:ext cx="2190750" cy="9525000"/>
            </a:xfrm>
            <a:custGeom>
              <a:avLst/>
              <a:gdLst/>
              <a:ahLst/>
              <a:cxnLst/>
              <a:rect l="l" t="t" r="r" b="b"/>
              <a:pathLst>
                <a:path w="2190750" h="9525000">
                  <a:moveTo>
                    <a:pt x="1478756" y="9525000"/>
                  </a:moveTo>
                  <a:lnTo>
                    <a:pt x="711994" y="9525000"/>
                  </a:lnTo>
                  <a:lnTo>
                    <a:pt x="642206" y="9521574"/>
                  </a:lnTo>
                  <a:lnTo>
                    <a:pt x="573092" y="9511314"/>
                  </a:lnTo>
                  <a:lnTo>
                    <a:pt x="505309" y="9494351"/>
                  </a:lnTo>
                  <a:lnTo>
                    <a:pt x="439524" y="9470806"/>
                  </a:lnTo>
                  <a:lnTo>
                    <a:pt x="376361" y="9440934"/>
                  </a:lnTo>
                  <a:lnTo>
                    <a:pt x="316433" y="9405001"/>
                  </a:lnTo>
                  <a:lnTo>
                    <a:pt x="260302" y="9363389"/>
                  </a:lnTo>
                  <a:lnTo>
                    <a:pt x="208540" y="9316458"/>
                  </a:lnTo>
                  <a:lnTo>
                    <a:pt x="161607" y="9264699"/>
                  </a:lnTo>
                  <a:lnTo>
                    <a:pt x="119999" y="9208565"/>
                  </a:lnTo>
                  <a:lnTo>
                    <a:pt x="84065" y="9148642"/>
                  </a:lnTo>
                  <a:lnTo>
                    <a:pt x="54193" y="9085470"/>
                  </a:lnTo>
                  <a:lnTo>
                    <a:pt x="30651" y="9019691"/>
                  </a:lnTo>
                  <a:lnTo>
                    <a:pt x="13678" y="8951910"/>
                  </a:lnTo>
                  <a:lnTo>
                    <a:pt x="3421" y="8882797"/>
                  </a:lnTo>
                  <a:lnTo>
                    <a:pt x="0" y="8813006"/>
                  </a:lnTo>
                  <a:lnTo>
                    <a:pt x="0" y="711993"/>
                  </a:lnTo>
                  <a:lnTo>
                    <a:pt x="3420" y="642205"/>
                  </a:lnTo>
                  <a:lnTo>
                    <a:pt x="13679" y="573090"/>
                  </a:lnTo>
                  <a:lnTo>
                    <a:pt x="30651" y="505310"/>
                  </a:lnTo>
                  <a:lnTo>
                    <a:pt x="54196" y="439525"/>
                  </a:lnTo>
                  <a:lnTo>
                    <a:pt x="84064" y="376358"/>
                  </a:lnTo>
                  <a:lnTo>
                    <a:pt x="119993" y="316431"/>
                  </a:lnTo>
                  <a:lnTo>
                    <a:pt x="161609" y="260304"/>
                  </a:lnTo>
                  <a:lnTo>
                    <a:pt x="208538" y="208538"/>
                  </a:lnTo>
                  <a:lnTo>
                    <a:pt x="260304" y="161609"/>
                  </a:lnTo>
                  <a:lnTo>
                    <a:pt x="316432" y="119993"/>
                  </a:lnTo>
                  <a:lnTo>
                    <a:pt x="376358" y="84063"/>
                  </a:lnTo>
                  <a:lnTo>
                    <a:pt x="439525" y="54196"/>
                  </a:lnTo>
                  <a:lnTo>
                    <a:pt x="505310" y="30650"/>
                  </a:lnTo>
                  <a:lnTo>
                    <a:pt x="573090" y="13679"/>
                  </a:lnTo>
                  <a:lnTo>
                    <a:pt x="642205" y="3419"/>
                  </a:lnTo>
                  <a:lnTo>
                    <a:pt x="711994" y="0"/>
                  </a:lnTo>
                  <a:lnTo>
                    <a:pt x="1478755" y="0"/>
                  </a:lnTo>
                  <a:lnTo>
                    <a:pt x="1513690" y="853"/>
                  </a:lnTo>
                  <a:lnTo>
                    <a:pt x="1583228" y="7699"/>
                  </a:lnTo>
                  <a:lnTo>
                    <a:pt x="1651757" y="21334"/>
                  </a:lnTo>
                  <a:lnTo>
                    <a:pt x="1718624" y="41616"/>
                  </a:lnTo>
                  <a:lnTo>
                    <a:pt x="1783174" y="68355"/>
                  </a:lnTo>
                  <a:lnTo>
                    <a:pt x="1844796" y="101291"/>
                  </a:lnTo>
                  <a:lnTo>
                    <a:pt x="1902890" y="140111"/>
                  </a:lnTo>
                  <a:lnTo>
                    <a:pt x="1956905" y="184436"/>
                  </a:lnTo>
                  <a:lnTo>
                    <a:pt x="2006310" y="233845"/>
                  </a:lnTo>
                  <a:lnTo>
                    <a:pt x="2050639" y="287857"/>
                  </a:lnTo>
                  <a:lnTo>
                    <a:pt x="2089456" y="345953"/>
                  </a:lnTo>
                  <a:lnTo>
                    <a:pt x="2122396" y="407575"/>
                  </a:lnTo>
                  <a:lnTo>
                    <a:pt x="2149133" y="472129"/>
                  </a:lnTo>
                  <a:lnTo>
                    <a:pt x="2169416" y="538992"/>
                  </a:lnTo>
                  <a:lnTo>
                    <a:pt x="2183047" y="607521"/>
                  </a:lnTo>
                  <a:lnTo>
                    <a:pt x="2189898" y="677057"/>
                  </a:lnTo>
                  <a:lnTo>
                    <a:pt x="2190750" y="8813006"/>
                  </a:lnTo>
                  <a:lnTo>
                    <a:pt x="2189896" y="8847940"/>
                  </a:lnTo>
                  <a:lnTo>
                    <a:pt x="2183048" y="8917478"/>
                  </a:lnTo>
                  <a:lnTo>
                    <a:pt x="2169415" y="8986007"/>
                  </a:lnTo>
                  <a:lnTo>
                    <a:pt x="2149135" y="9052873"/>
                  </a:lnTo>
                  <a:lnTo>
                    <a:pt x="2122396" y="9117423"/>
                  </a:lnTo>
                  <a:lnTo>
                    <a:pt x="2089456" y="9179045"/>
                  </a:lnTo>
                  <a:lnTo>
                    <a:pt x="2050639" y="9237140"/>
                  </a:lnTo>
                  <a:lnTo>
                    <a:pt x="2006314" y="9291157"/>
                  </a:lnTo>
                  <a:lnTo>
                    <a:pt x="1956905" y="9340560"/>
                  </a:lnTo>
                  <a:lnTo>
                    <a:pt x="1902890" y="9384888"/>
                  </a:lnTo>
                  <a:lnTo>
                    <a:pt x="1844794" y="9423700"/>
                  </a:lnTo>
                  <a:lnTo>
                    <a:pt x="1783175" y="9456647"/>
                  </a:lnTo>
                  <a:lnTo>
                    <a:pt x="1718624" y="9483385"/>
                  </a:lnTo>
                  <a:lnTo>
                    <a:pt x="1651758" y="9503667"/>
                  </a:lnTo>
                  <a:lnTo>
                    <a:pt x="1583227" y="9517290"/>
                  </a:lnTo>
                  <a:lnTo>
                    <a:pt x="1513690" y="9524146"/>
                  </a:lnTo>
                  <a:lnTo>
                    <a:pt x="1478756" y="95250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81000" y="380999"/>
              <a:ext cx="2190750" cy="9525000"/>
            </a:xfrm>
            <a:custGeom>
              <a:avLst/>
              <a:gdLst/>
              <a:ahLst/>
              <a:cxnLst/>
              <a:rect l="l" t="t" r="r" b="b"/>
              <a:pathLst>
                <a:path w="2190750" h="9525000">
                  <a:moveTo>
                    <a:pt x="711993" y="0"/>
                  </a:moveTo>
                  <a:lnTo>
                    <a:pt x="1478756" y="0"/>
                  </a:lnTo>
                </a:path>
                <a:path w="2190750" h="9525000">
                  <a:moveTo>
                    <a:pt x="2190750" y="711993"/>
                  </a:moveTo>
                  <a:lnTo>
                    <a:pt x="2190750" y="8813006"/>
                  </a:lnTo>
                </a:path>
                <a:path w="2190750" h="9525000">
                  <a:moveTo>
                    <a:pt x="1478756" y="9525000"/>
                  </a:moveTo>
                  <a:lnTo>
                    <a:pt x="711993" y="9525000"/>
                  </a:lnTo>
                </a:path>
                <a:path w="2190750" h="9525000">
                  <a:moveTo>
                    <a:pt x="0" y="8813006"/>
                  </a:moveTo>
                  <a:lnTo>
                    <a:pt x="0" y="711993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919480">
              <a:lnSpc>
                <a:spcPct val="100000"/>
              </a:lnSpc>
              <a:spcBef>
                <a:spcPts val="125"/>
              </a:spcBef>
            </a:pPr>
            <a:r>
              <a:rPr dirty="0" spc="-360"/>
              <a:t>Market</a:t>
            </a:r>
            <a:r>
              <a:rPr dirty="0" spc="-450"/>
              <a:t> </a:t>
            </a:r>
            <a:r>
              <a:rPr dirty="0" spc="-370"/>
              <a:t>Research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690013" y="1036124"/>
            <a:ext cx="1590675" cy="1113790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marL="12700" marR="5080">
              <a:lnSpc>
                <a:spcPct val="78100"/>
              </a:lnSpc>
              <a:spcBef>
                <a:spcPts val="1165"/>
              </a:spcBef>
            </a:pPr>
            <a:r>
              <a:rPr dirty="0" sz="4000" spc="-675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4000" spc="-24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4000" spc="-229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dirty="0" sz="4000" spc="-24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dirty="0" sz="4000" spc="-235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4000" spc="-155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dirty="0" sz="4000" spc="-3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204">
                <a:solidFill>
                  <a:srgbClr val="FFFFFF"/>
                </a:solidFill>
                <a:latin typeface="Lucida Sans Unicode"/>
                <a:cs typeface="Lucida Sans Unicode"/>
              </a:rPr>
              <a:t>Stream</a:t>
            </a:r>
            <a:endParaRPr sz="4000">
              <a:latin typeface="Lucida Sans Unicode"/>
              <a:cs typeface="Lucida Sans Unicode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3752850" y="6102668"/>
            <a:ext cx="150495" cy="19050"/>
          </a:xfrm>
          <a:custGeom>
            <a:avLst/>
            <a:gdLst/>
            <a:ahLst/>
            <a:cxnLst/>
            <a:rect l="l" t="t" r="r" b="b"/>
            <a:pathLst>
              <a:path w="150495" h="19050">
                <a:moveTo>
                  <a:pt x="150018" y="19050"/>
                </a:moveTo>
                <a:lnTo>
                  <a:pt x="0" y="19050"/>
                </a:lnTo>
                <a:lnTo>
                  <a:pt x="0" y="0"/>
                </a:lnTo>
                <a:lnTo>
                  <a:pt x="150018" y="0"/>
                </a:lnTo>
                <a:lnTo>
                  <a:pt x="150018" y="190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6381750" y="3835718"/>
            <a:ext cx="6753225" cy="3038475"/>
            <a:chOff x="6381750" y="3835718"/>
            <a:chExt cx="6753225" cy="3038475"/>
          </a:xfrm>
        </p:grpSpPr>
        <p:sp>
          <p:nvSpPr>
            <p:cNvPr id="11" name="object 11" descr=""/>
            <p:cNvSpPr/>
            <p:nvPr/>
          </p:nvSpPr>
          <p:spPr>
            <a:xfrm>
              <a:off x="6381750" y="3835718"/>
              <a:ext cx="3648075" cy="923925"/>
            </a:xfrm>
            <a:custGeom>
              <a:avLst/>
              <a:gdLst/>
              <a:ahLst/>
              <a:cxnLst/>
              <a:rect l="l" t="t" r="r" b="b"/>
              <a:pathLst>
                <a:path w="3648075" h="923925">
                  <a:moveTo>
                    <a:pt x="3648075" y="923925"/>
                  </a:moveTo>
                  <a:lnTo>
                    <a:pt x="0" y="923925"/>
                  </a:lnTo>
                  <a:lnTo>
                    <a:pt x="0" y="0"/>
                  </a:lnTo>
                  <a:lnTo>
                    <a:pt x="3648075" y="0"/>
                  </a:lnTo>
                  <a:lnTo>
                    <a:pt x="3648075" y="923925"/>
                  </a:lnTo>
                  <a:close/>
                </a:path>
              </a:pathLst>
            </a:custGeom>
            <a:solidFill>
              <a:srgbClr val="C93C3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04365" y="4055832"/>
              <a:ext cx="198462" cy="231800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0029825" y="3835718"/>
              <a:ext cx="3105150" cy="923925"/>
            </a:xfrm>
            <a:custGeom>
              <a:avLst/>
              <a:gdLst/>
              <a:ahLst/>
              <a:cxnLst/>
              <a:rect l="l" t="t" r="r" b="b"/>
              <a:pathLst>
                <a:path w="3105150" h="923925">
                  <a:moveTo>
                    <a:pt x="3105150" y="923925"/>
                  </a:moveTo>
                  <a:lnTo>
                    <a:pt x="0" y="923925"/>
                  </a:lnTo>
                  <a:lnTo>
                    <a:pt x="0" y="0"/>
                  </a:lnTo>
                  <a:lnTo>
                    <a:pt x="3105150" y="0"/>
                  </a:lnTo>
                  <a:lnTo>
                    <a:pt x="3105150" y="923925"/>
                  </a:lnTo>
                  <a:close/>
                </a:path>
              </a:pathLst>
            </a:custGeom>
            <a:solidFill>
              <a:srgbClr val="C93C3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54481" y="4055832"/>
              <a:ext cx="198462" cy="231800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6381750" y="4759643"/>
              <a:ext cx="3648075" cy="1057275"/>
            </a:xfrm>
            <a:custGeom>
              <a:avLst/>
              <a:gdLst/>
              <a:ahLst/>
              <a:cxnLst/>
              <a:rect l="l" t="t" r="r" b="b"/>
              <a:pathLst>
                <a:path w="3648075" h="1057275">
                  <a:moveTo>
                    <a:pt x="3648075" y="1057275"/>
                  </a:moveTo>
                  <a:lnTo>
                    <a:pt x="0" y="1057275"/>
                  </a:lnTo>
                  <a:lnTo>
                    <a:pt x="0" y="0"/>
                  </a:lnTo>
                  <a:lnTo>
                    <a:pt x="3648075" y="0"/>
                  </a:lnTo>
                  <a:lnTo>
                    <a:pt x="3648075" y="1057275"/>
                  </a:lnTo>
                  <a:close/>
                </a:path>
              </a:pathLst>
            </a:custGeom>
            <a:solidFill>
              <a:srgbClr val="C93C3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34748" y="4979757"/>
              <a:ext cx="198462" cy="231800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10029825" y="4759643"/>
              <a:ext cx="3105150" cy="1057275"/>
            </a:xfrm>
            <a:custGeom>
              <a:avLst/>
              <a:gdLst/>
              <a:ahLst/>
              <a:cxnLst/>
              <a:rect l="l" t="t" r="r" b="b"/>
              <a:pathLst>
                <a:path w="3105150" h="1057275">
                  <a:moveTo>
                    <a:pt x="3105150" y="1057275"/>
                  </a:moveTo>
                  <a:lnTo>
                    <a:pt x="0" y="1057275"/>
                  </a:lnTo>
                  <a:lnTo>
                    <a:pt x="0" y="0"/>
                  </a:lnTo>
                  <a:lnTo>
                    <a:pt x="3105150" y="0"/>
                  </a:lnTo>
                  <a:lnTo>
                    <a:pt x="3105150" y="1057275"/>
                  </a:lnTo>
                  <a:close/>
                </a:path>
              </a:pathLst>
            </a:custGeom>
            <a:solidFill>
              <a:srgbClr val="C93C3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31524" y="4979757"/>
              <a:ext cx="198462" cy="231800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0029825" y="5816918"/>
              <a:ext cx="3105150" cy="1057275"/>
            </a:xfrm>
            <a:custGeom>
              <a:avLst/>
              <a:gdLst/>
              <a:ahLst/>
              <a:cxnLst/>
              <a:rect l="l" t="t" r="r" b="b"/>
              <a:pathLst>
                <a:path w="3105150" h="1057275">
                  <a:moveTo>
                    <a:pt x="3105150" y="1057275"/>
                  </a:moveTo>
                  <a:lnTo>
                    <a:pt x="0" y="1057275"/>
                  </a:lnTo>
                  <a:lnTo>
                    <a:pt x="0" y="0"/>
                  </a:lnTo>
                  <a:lnTo>
                    <a:pt x="3105150" y="0"/>
                  </a:lnTo>
                  <a:lnTo>
                    <a:pt x="3105150" y="1057275"/>
                  </a:lnTo>
                  <a:close/>
                </a:path>
              </a:pathLst>
            </a:custGeom>
            <a:solidFill>
              <a:srgbClr val="C93C3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96676" y="6037032"/>
              <a:ext cx="198462" cy="231800"/>
            </a:xfrm>
            <a:prstGeom prst="rect">
              <a:avLst/>
            </a:prstGeom>
          </p:spPr>
        </p:pic>
      </p:grpSp>
      <p:graphicFrame>
        <p:nvGraphicFramePr>
          <p:cNvPr id="21" name="object 21" descr=""/>
          <p:cNvGraphicFramePr>
            <a:graphicFrameLocks noGrp="1"/>
          </p:cNvGraphicFramePr>
          <p:nvPr/>
        </p:nvGraphicFramePr>
        <p:xfrm>
          <a:off x="3600450" y="2921318"/>
          <a:ext cx="13382625" cy="4981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2250"/>
                <a:gridCol w="3648075"/>
                <a:gridCol w="3105150"/>
                <a:gridCol w="3771900"/>
              </a:tblGrid>
              <a:tr h="895350"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2900" spc="-1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Feat</a:t>
                      </a:r>
                      <a:r>
                        <a:rPr dirty="0" sz="29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u</a:t>
                      </a:r>
                      <a:r>
                        <a:rPr dirty="0" sz="2900" spc="-1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re</a:t>
                      </a:r>
                      <a:endParaRPr sz="29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460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2900" spc="-16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NPTEL</a:t>
                      </a:r>
                      <a:r>
                        <a:rPr dirty="0" sz="2900" spc="-7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9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900" spc="-1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IITs</a:t>
                      </a:r>
                      <a:r>
                        <a:rPr dirty="0" sz="29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)</a:t>
                      </a:r>
                      <a:endParaRPr sz="2900">
                        <a:latin typeface="Arial MT"/>
                        <a:cs typeface="Arial MT"/>
                      </a:endParaRPr>
                    </a:p>
                  </a:txBody>
                  <a:tcPr marL="0" marR="0" marB="0" marT="1460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2900" spc="-5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Co</a:t>
                      </a:r>
                      <a:r>
                        <a:rPr dirty="0" sz="2900" spc="-5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u</a:t>
                      </a:r>
                      <a:r>
                        <a:rPr dirty="0" sz="2900" spc="-5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rsera</a:t>
                      </a:r>
                      <a:r>
                        <a:rPr dirty="0" sz="2900" spc="-5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/</a:t>
                      </a:r>
                      <a:r>
                        <a:rPr dirty="0" sz="2900" spc="-5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Udem</a:t>
                      </a:r>
                      <a:r>
                        <a:rPr dirty="0" sz="2900" spc="-5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y</a:t>
                      </a:r>
                      <a:endParaRPr sz="2900">
                        <a:latin typeface="Arial MT"/>
                        <a:cs typeface="Arial MT"/>
                      </a:endParaRPr>
                    </a:p>
                  </a:txBody>
                  <a:tcPr marL="0" marR="0" marB="0" marT="1460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3300" spc="-19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TechEd</a:t>
                      </a:r>
                      <a:r>
                        <a:rPr dirty="0" sz="3300" spc="-7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3300" spc="-1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Stream</a:t>
                      </a:r>
                      <a:endParaRPr sz="33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428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marL="142240" marR="1266825">
                        <a:lnSpc>
                          <a:spcPts val="2480"/>
                        </a:lnSpc>
                        <a:spcBef>
                          <a:spcPts val="1165"/>
                        </a:spcBef>
                      </a:pPr>
                      <a:r>
                        <a:rPr dirty="0" sz="2250" spc="-7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Interacti</a:t>
                      </a:r>
                      <a:r>
                        <a:rPr dirty="0" sz="2250" spc="-7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v</a:t>
                      </a:r>
                      <a:r>
                        <a:rPr dirty="0" sz="2250" spc="-7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e </a:t>
                      </a:r>
                      <a:r>
                        <a:rPr dirty="0" sz="2250" spc="-9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Sim</a:t>
                      </a:r>
                      <a:r>
                        <a:rPr dirty="0" sz="2250" spc="-9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u</a:t>
                      </a:r>
                      <a:r>
                        <a:rPr dirty="0" sz="2250" spc="-9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lation</a:t>
                      </a:r>
                      <a:endParaRPr sz="22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4795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514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2550" spc="-7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550" spc="-7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Video</a:t>
                      </a:r>
                      <a:r>
                        <a:rPr dirty="0" sz="2550" spc="-7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2550" spc="-1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Based</a:t>
                      </a:r>
                      <a:r>
                        <a:rPr dirty="0" sz="25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)</a:t>
                      </a:r>
                      <a:endParaRPr sz="2550">
                        <a:latin typeface="Arial MT"/>
                        <a:cs typeface="Arial MT"/>
                      </a:endParaRPr>
                    </a:p>
                  </a:txBody>
                  <a:tcPr marL="0" marR="0" marB="0" marT="1333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2850" spc="140">
                          <a:latin typeface="MingLiU_HKSCS-ExtB"/>
                          <a:cs typeface="MingLiU_HKSCS-ExtB"/>
                        </a:rPr>
                        <a:t>✅</a:t>
                      </a:r>
                      <a:r>
                        <a:rPr dirty="0" sz="2850" spc="-680"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dirty="0" sz="2550" spc="-125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550" spc="-125">
                          <a:latin typeface="Lucida Sans Unicode"/>
                          <a:cs typeface="Lucida Sans Unicode"/>
                        </a:rPr>
                        <a:t>Core</a:t>
                      </a:r>
                      <a:r>
                        <a:rPr dirty="0" sz="2550" spc="-7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550" spc="-10">
                          <a:latin typeface="Lucida Sans Unicode"/>
                          <a:cs typeface="Lucida Sans Unicode"/>
                        </a:rPr>
                        <a:t>Feat</a:t>
                      </a:r>
                      <a:r>
                        <a:rPr dirty="0" sz="2550" spc="-10">
                          <a:latin typeface="Arial MT"/>
                          <a:cs typeface="Arial MT"/>
                        </a:rPr>
                        <a:t>u</a:t>
                      </a:r>
                      <a:r>
                        <a:rPr dirty="0" sz="2550" spc="-10">
                          <a:latin typeface="Lucida Sans Unicode"/>
                          <a:cs typeface="Lucida Sans Unicode"/>
                        </a:rPr>
                        <a:t>re</a:t>
                      </a:r>
                      <a:r>
                        <a:rPr dirty="0" sz="2550" spc="-10">
                          <a:latin typeface="Arial MT"/>
                          <a:cs typeface="Arial MT"/>
                        </a:rPr>
                        <a:t>)</a:t>
                      </a:r>
                      <a:endParaRPr sz="2550">
                        <a:latin typeface="Arial MT"/>
                        <a:cs typeface="Arial MT"/>
                      </a:endParaRPr>
                    </a:p>
                  </a:txBody>
                  <a:tcPr marL="0" marR="0" marB="0" marT="952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68E853"/>
                    </a:solidFill>
                  </a:tcPr>
                </a:tc>
              </a:tr>
              <a:tr h="1057275">
                <a:tc>
                  <a:txBody>
                    <a:bodyPr/>
                    <a:lstStyle/>
                    <a:p>
                      <a:pPr marL="142240" marR="436880">
                        <a:lnSpc>
                          <a:spcPts val="2550"/>
                        </a:lnSpc>
                        <a:spcBef>
                          <a:spcPts val="1110"/>
                        </a:spcBef>
                      </a:pPr>
                      <a:r>
                        <a:rPr dirty="0" sz="2250" spc="-9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Parameter</a:t>
                      </a:r>
                      <a:r>
                        <a:rPr dirty="0" sz="2250" spc="-9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2250" spc="-15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Dri</a:t>
                      </a:r>
                      <a:r>
                        <a:rPr dirty="0" sz="2250" spc="-1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v</a:t>
                      </a:r>
                      <a:r>
                        <a:rPr dirty="0" sz="2250" spc="-15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en </a:t>
                      </a:r>
                      <a:r>
                        <a:rPr dirty="0" sz="2250" spc="-1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O</a:t>
                      </a:r>
                      <a:r>
                        <a:rPr dirty="0" sz="22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u</a:t>
                      </a:r>
                      <a:r>
                        <a:rPr dirty="0" sz="2250" spc="-1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tp</a:t>
                      </a:r>
                      <a:r>
                        <a:rPr dirty="0" sz="22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u</a:t>
                      </a:r>
                      <a:r>
                        <a:rPr dirty="0" sz="2250" spc="-1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t</a:t>
                      </a:r>
                      <a:endParaRPr sz="22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409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346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25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550" spc="-1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Theoretical</a:t>
                      </a:r>
                      <a:r>
                        <a:rPr dirty="0" sz="25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)</a:t>
                      </a:r>
                      <a:endParaRPr sz="2550">
                        <a:latin typeface="Arial MT"/>
                        <a:cs typeface="Arial MT"/>
                      </a:endParaRPr>
                    </a:p>
                  </a:txBody>
                  <a:tcPr marL="0" marR="0" marB="0" marT="1333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9337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2550" spc="-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550" spc="-2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No</a:t>
                      </a:r>
                      <a:r>
                        <a:rPr dirty="0" sz="2550" spc="-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)</a:t>
                      </a:r>
                      <a:endParaRPr sz="2550">
                        <a:latin typeface="Arial MT"/>
                        <a:cs typeface="Arial MT"/>
                      </a:endParaRPr>
                    </a:p>
                  </a:txBody>
                  <a:tcPr marL="0" marR="0" marB="0" marT="1333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2850" spc="-10">
                          <a:latin typeface="MingLiU_HKSCS-ExtB"/>
                          <a:cs typeface="MingLiU_HKSCS-ExtB"/>
                        </a:rPr>
                        <a:t>✅</a:t>
                      </a:r>
                      <a:r>
                        <a:rPr dirty="0" sz="2550" spc="-1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550" spc="-10">
                          <a:latin typeface="Lucida Sans Unicode"/>
                          <a:cs typeface="Lucida Sans Unicode"/>
                        </a:rPr>
                        <a:t>Instant</a:t>
                      </a:r>
                      <a:r>
                        <a:rPr dirty="0" sz="2550" spc="-19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550" spc="-10">
                          <a:latin typeface="Lucida Sans Unicode"/>
                          <a:cs typeface="Lucida Sans Unicode"/>
                        </a:rPr>
                        <a:t>Res</a:t>
                      </a:r>
                      <a:r>
                        <a:rPr dirty="0" sz="2550" spc="-10">
                          <a:latin typeface="Arial MT"/>
                          <a:cs typeface="Arial MT"/>
                        </a:rPr>
                        <a:t>u</a:t>
                      </a:r>
                      <a:r>
                        <a:rPr dirty="0" sz="2550" spc="-10">
                          <a:latin typeface="Lucida Sans Unicode"/>
                          <a:cs typeface="Lucida Sans Unicode"/>
                        </a:rPr>
                        <a:t>lts</a:t>
                      </a:r>
                      <a:r>
                        <a:rPr dirty="0" sz="2550" spc="-10">
                          <a:latin typeface="Arial MT"/>
                          <a:cs typeface="Arial MT"/>
                        </a:rPr>
                        <a:t>)</a:t>
                      </a:r>
                      <a:endParaRPr sz="2550">
                        <a:latin typeface="Arial MT"/>
                        <a:cs typeface="Arial MT"/>
                      </a:endParaRPr>
                    </a:p>
                  </a:txBody>
                  <a:tcPr marL="0" marR="0" marB="0" marT="952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68E853"/>
                    </a:solidFill>
                  </a:tcPr>
                </a:tc>
              </a:tr>
              <a:tr h="1057275">
                <a:tc>
                  <a:txBody>
                    <a:bodyPr/>
                    <a:lstStyle/>
                    <a:p>
                      <a:pPr marL="142240" marR="609600">
                        <a:lnSpc>
                          <a:spcPts val="2480"/>
                        </a:lnSpc>
                        <a:spcBef>
                          <a:spcPts val="1165"/>
                        </a:spcBef>
                        <a:tabLst>
                          <a:tab pos="1394460" algn="l"/>
                        </a:tabLst>
                      </a:pPr>
                      <a:r>
                        <a:rPr dirty="0" sz="2250" spc="-2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Engineering</a:t>
                      </a:r>
                      <a:r>
                        <a:rPr dirty="0" sz="2250" spc="-2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225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Speci</a:t>
                      </a:r>
                      <a:r>
                        <a:rPr dirty="0" sz="2250" spc="34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250" spc="-5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c</a:t>
                      </a:r>
                      <a:r>
                        <a:rPr dirty="0" sz="225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	</a:t>
                      </a:r>
                      <a:r>
                        <a:rPr dirty="0" sz="2250" spc="-6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Foc</a:t>
                      </a:r>
                      <a:r>
                        <a:rPr dirty="0" sz="2250" spc="-6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u</a:t>
                      </a:r>
                      <a:r>
                        <a:rPr dirty="0" sz="2250" spc="-6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s</a:t>
                      </a:r>
                      <a:endParaRPr sz="22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4795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2850" spc="140">
                          <a:solidFill>
                            <a:srgbClr val="111111"/>
                          </a:solidFill>
                          <a:latin typeface="MingLiU_HKSCS-ExtB"/>
                          <a:cs typeface="MingLiU_HKSCS-ExtB"/>
                        </a:rPr>
                        <a:t>✅</a:t>
                      </a:r>
                      <a:r>
                        <a:rPr dirty="0" sz="2850" spc="-680">
                          <a:solidFill>
                            <a:srgbClr val="111111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dirty="0" sz="2550" spc="-125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550" spc="-125">
                          <a:solidFill>
                            <a:srgbClr val="111111"/>
                          </a:solidFill>
                          <a:latin typeface="Lucida Sans Unicode"/>
                          <a:cs typeface="Lucida Sans Unicode"/>
                        </a:rPr>
                        <a:t>Deep</a:t>
                      </a:r>
                      <a:r>
                        <a:rPr dirty="0" sz="2550" spc="-80">
                          <a:solidFill>
                            <a:srgbClr val="111111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55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&amp;</a:t>
                      </a:r>
                      <a:r>
                        <a:rPr dirty="0" sz="2550" spc="-1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 spc="-10">
                          <a:solidFill>
                            <a:srgbClr val="111111"/>
                          </a:solidFill>
                          <a:latin typeface="Lucida Sans Unicode"/>
                          <a:cs typeface="Lucida Sans Unicode"/>
                        </a:rPr>
                        <a:t>Technical</a:t>
                      </a:r>
                      <a:r>
                        <a:rPr dirty="0" sz="2550" spc="-1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)</a:t>
                      </a:r>
                      <a:endParaRPr sz="2550">
                        <a:latin typeface="Arial MT"/>
                        <a:cs typeface="Arial MT"/>
                      </a:endParaRPr>
                    </a:p>
                  </a:txBody>
                  <a:tcPr marL="0" marR="0" marB="0" marT="952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68E853"/>
                    </a:solidFill>
                  </a:tcPr>
                </a:tc>
                <a:tc>
                  <a:txBody>
                    <a:bodyPr/>
                    <a:lstStyle/>
                    <a:p>
                      <a:pPr marL="116713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25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550" spc="-1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Broad</a:t>
                      </a:r>
                      <a:r>
                        <a:rPr dirty="0" sz="25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)</a:t>
                      </a:r>
                      <a:endParaRPr sz="2550">
                        <a:latin typeface="Arial MT"/>
                        <a:cs typeface="Arial MT"/>
                      </a:endParaRPr>
                    </a:p>
                  </a:txBody>
                  <a:tcPr marL="0" marR="0" marB="0" marT="1333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2850" spc="140">
                          <a:latin typeface="MingLiU_HKSCS-ExtB"/>
                          <a:cs typeface="MingLiU_HKSCS-ExtB"/>
                        </a:rPr>
                        <a:t>✅</a:t>
                      </a:r>
                      <a:r>
                        <a:rPr dirty="0" sz="2850" spc="-680"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dirty="0" sz="2550" spc="-125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550" spc="-125">
                          <a:latin typeface="Lucida Sans Unicode"/>
                          <a:cs typeface="Lucida Sans Unicode"/>
                        </a:rPr>
                        <a:t>Deep</a:t>
                      </a:r>
                      <a:r>
                        <a:rPr dirty="0" sz="2550" spc="-8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550">
                          <a:latin typeface="Arial MT"/>
                          <a:cs typeface="Arial MT"/>
                        </a:rPr>
                        <a:t>&amp;</a:t>
                      </a:r>
                      <a:r>
                        <a:rPr dirty="0" sz="255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 spc="-10">
                          <a:latin typeface="Lucida Sans Unicode"/>
                          <a:cs typeface="Lucida Sans Unicode"/>
                        </a:rPr>
                        <a:t>Vis</a:t>
                      </a:r>
                      <a:r>
                        <a:rPr dirty="0" sz="2550" spc="-10">
                          <a:latin typeface="Arial MT"/>
                          <a:cs typeface="Arial MT"/>
                        </a:rPr>
                        <a:t>u</a:t>
                      </a:r>
                      <a:r>
                        <a:rPr dirty="0" sz="2550" spc="-10">
                          <a:latin typeface="Lucida Sans Unicode"/>
                          <a:cs typeface="Lucida Sans Unicode"/>
                        </a:rPr>
                        <a:t>ali</a:t>
                      </a:r>
                      <a:r>
                        <a:rPr dirty="0" sz="2550" spc="-10">
                          <a:latin typeface="Arial MT"/>
                          <a:cs typeface="Arial MT"/>
                        </a:rPr>
                        <a:t>z</a:t>
                      </a:r>
                      <a:r>
                        <a:rPr dirty="0" sz="2550" spc="-10">
                          <a:latin typeface="Lucida Sans Unicode"/>
                          <a:cs typeface="Lucida Sans Unicode"/>
                        </a:rPr>
                        <a:t>ed</a:t>
                      </a:r>
                      <a:r>
                        <a:rPr dirty="0" sz="2550" spc="-10">
                          <a:latin typeface="Arial MT"/>
                          <a:cs typeface="Arial MT"/>
                        </a:rPr>
                        <a:t>)</a:t>
                      </a:r>
                      <a:endParaRPr sz="2550">
                        <a:latin typeface="Arial MT"/>
                        <a:cs typeface="Arial MT"/>
                      </a:endParaRPr>
                    </a:p>
                  </a:txBody>
                  <a:tcPr marL="0" marR="0" marB="0" marT="952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68E85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2250" spc="-13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Learning</a:t>
                      </a:r>
                      <a:r>
                        <a:rPr dirty="0" sz="2250" spc="-1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50" spc="-1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Model</a:t>
                      </a:r>
                      <a:endParaRPr sz="22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143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279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2550" spc="-70">
                          <a:solidFill>
                            <a:srgbClr val="111111"/>
                          </a:solidFill>
                          <a:latin typeface="Lucida Sans Unicode"/>
                          <a:cs typeface="Lucida Sans Unicode"/>
                        </a:rPr>
                        <a:t>Passi</a:t>
                      </a:r>
                      <a:r>
                        <a:rPr dirty="0" sz="2550" spc="-7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v</a:t>
                      </a:r>
                      <a:r>
                        <a:rPr dirty="0" sz="2550" spc="-70">
                          <a:solidFill>
                            <a:srgbClr val="111111"/>
                          </a:solidFill>
                          <a:latin typeface="Lucida Sans Unicode"/>
                          <a:cs typeface="Lucida Sans Unicode"/>
                        </a:rPr>
                        <a:t>e</a:t>
                      </a:r>
                      <a:r>
                        <a:rPr dirty="0" sz="2550" spc="-80">
                          <a:solidFill>
                            <a:srgbClr val="111111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550" spc="-1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550" spc="-10">
                          <a:solidFill>
                            <a:srgbClr val="111111"/>
                          </a:solidFill>
                          <a:latin typeface="Lucida Sans Unicode"/>
                          <a:cs typeface="Lucida Sans Unicode"/>
                        </a:rPr>
                        <a:t>Sho</a:t>
                      </a:r>
                      <a:r>
                        <a:rPr dirty="0" sz="2550" spc="-1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w)</a:t>
                      </a:r>
                      <a:endParaRPr sz="2550">
                        <a:latin typeface="Arial MT"/>
                        <a:cs typeface="Arial MT"/>
                      </a:endParaRPr>
                    </a:p>
                  </a:txBody>
                  <a:tcPr marL="0" marR="0" marB="0" marT="1333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BAB32E"/>
                    </a:solidFill>
                  </a:tcPr>
                </a:tc>
                <a:tc>
                  <a:txBody>
                    <a:bodyPr/>
                    <a:lstStyle/>
                    <a:p>
                      <a:pPr marL="51054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2550" spc="-70">
                          <a:solidFill>
                            <a:srgbClr val="111111"/>
                          </a:solidFill>
                          <a:latin typeface="Lucida Sans Unicode"/>
                          <a:cs typeface="Lucida Sans Unicode"/>
                        </a:rPr>
                        <a:t>Passi</a:t>
                      </a:r>
                      <a:r>
                        <a:rPr dirty="0" sz="2550" spc="-7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v</a:t>
                      </a:r>
                      <a:r>
                        <a:rPr dirty="0" sz="2550" spc="-70">
                          <a:solidFill>
                            <a:srgbClr val="111111"/>
                          </a:solidFill>
                          <a:latin typeface="Lucida Sans Unicode"/>
                          <a:cs typeface="Lucida Sans Unicode"/>
                        </a:rPr>
                        <a:t>e</a:t>
                      </a:r>
                      <a:r>
                        <a:rPr dirty="0" sz="2550" spc="-80">
                          <a:solidFill>
                            <a:srgbClr val="111111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550" spc="-1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550" spc="-10">
                          <a:solidFill>
                            <a:srgbClr val="111111"/>
                          </a:solidFill>
                          <a:latin typeface="Lucida Sans Unicode"/>
                          <a:cs typeface="Lucida Sans Unicode"/>
                        </a:rPr>
                        <a:t>Sho</a:t>
                      </a:r>
                      <a:r>
                        <a:rPr dirty="0" sz="2550" spc="-1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w)</a:t>
                      </a:r>
                      <a:endParaRPr sz="2550">
                        <a:latin typeface="Arial MT"/>
                        <a:cs typeface="Arial MT"/>
                      </a:endParaRPr>
                    </a:p>
                  </a:txBody>
                  <a:tcPr marL="0" marR="0" marB="0" marT="1333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BAB32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2850" spc="-40">
                          <a:latin typeface="MingLiU_HKSCS-ExtB"/>
                          <a:cs typeface="MingLiU_HKSCS-ExtB"/>
                        </a:rPr>
                        <a:t>✅</a:t>
                      </a:r>
                      <a:r>
                        <a:rPr dirty="0" sz="2550" spc="-40">
                          <a:latin typeface="Lucida Sans Unicode"/>
                          <a:cs typeface="Lucida Sans Unicode"/>
                        </a:rPr>
                        <a:t>Acti</a:t>
                      </a:r>
                      <a:r>
                        <a:rPr dirty="0" sz="2550" spc="-40">
                          <a:latin typeface="Arial MT"/>
                          <a:cs typeface="Arial MT"/>
                        </a:rPr>
                        <a:t>v</a:t>
                      </a:r>
                      <a:r>
                        <a:rPr dirty="0" sz="2550" spc="-40">
                          <a:latin typeface="Lucida Sans Unicode"/>
                          <a:cs typeface="Lucida Sans Unicode"/>
                        </a:rPr>
                        <a:t>e</a:t>
                      </a:r>
                      <a:r>
                        <a:rPr dirty="0" sz="2550" spc="-14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550" spc="-1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550" spc="-10">
                          <a:latin typeface="Lucida Sans Unicode"/>
                          <a:cs typeface="Lucida Sans Unicode"/>
                        </a:rPr>
                        <a:t>In</a:t>
                      </a:r>
                      <a:r>
                        <a:rPr dirty="0" sz="2550" spc="-10">
                          <a:latin typeface="Arial MT"/>
                          <a:cs typeface="Arial MT"/>
                        </a:rPr>
                        <a:t>v</a:t>
                      </a:r>
                      <a:r>
                        <a:rPr dirty="0" sz="2550" spc="-10">
                          <a:latin typeface="Lucida Sans Unicode"/>
                          <a:cs typeface="Lucida Sans Unicode"/>
                        </a:rPr>
                        <a:t>ol</a:t>
                      </a:r>
                      <a:r>
                        <a:rPr dirty="0" sz="2550" spc="-10">
                          <a:latin typeface="Arial MT"/>
                          <a:cs typeface="Arial MT"/>
                        </a:rPr>
                        <a:t>v</a:t>
                      </a:r>
                      <a:r>
                        <a:rPr dirty="0" sz="2550" spc="-10">
                          <a:latin typeface="Lucida Sans Unicode"/>
                          <a:cs typeface="Lucida Sans Unicode"/>
                        </a:rPr>
                        <a:t>e</a:t>
                      </a:r>
                      <a:r>
                        <a:rPr dirty="0" sz="2550" spc="-10">
                          <a:latin typeface="Arial MT"/>
                          <a:cs typeface="Arial MT"/>
                        </a:rPr>
                        <a:t>)</a:t>
                      </a:r>
                      <a:endParaRPr sz="2550">
                        <a:latin typeface="Arial MT"/>
                        <a:cs typeface="Arial MT"/>
                      </a:endParaRPr>
                    </a:p>
                  </a:txBody>
                  <a:tcPr marL="0" marR="0" marB="0" marT="952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68E853"/>
                    </a:solidFill>
                  </a:tcPr>
                </a:tc>
              </a:tr>
            </a:tbl>
          </a:graphicData>
        </a:graphic>
      </p:graphicFrame>
      <p:grpSp>
        <p:nvGrpSpPr>
          <p:cNvPr id="22" name="object 22" descr=""/>
          <p:cNvGrpSpPr/>
          <p:nvPr/>
        </p:nvGrpSpPr>
        <p:grpSpPr>
          <a:xfrm>
            <a:off x="205394" y="7270028"/>
            <a:ext cx="2061845" cy="2804160"/>
            <a:chOff x="205394" y="7270028"/>
            <a:chExt cx="2061845" cy="2804160"/>
          </a:xfrm>
        </p:grpSpPr>
        <p:pic>
          <p:nvPicPr>
            <p:cNvPr id="23" name="object 2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5833" y="7270028"/>
              <a:ext cx="1581149" cy="1581149"/>
            </a:xfrm>
            <a:prstGeom prst="rect">
              <a:avLst/>
            </a:prstGeom>
          </p:spPr>
        </p:pic>
        <p:pic>
          <p:nvPicPr>
            <p:cNvPr id="24" name="object 24" descr="">
              <a:hlinkClick r:id="rId8"/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5394" y="9606975"/>
              <a:ext cx="771524" cy="46670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2857499" y="380999"/>
              <a:ext cx="15049500" cy="9525000"/>
            </a:xfrm>
            <a:custGeom>
              <a:avLst/>
              <a:gdLst/>
              <a:ahLst/>
              <a:cxnLst/>
              <a:rect l="l" t="t" r="r" b="b"/>
              <a:pathLst>
                <a:path w="15049500" h="9525000">
                  <a:moveTo>
                    <a:pt x="14335125" y="9525000"/>
                  </a:moveTo>
                  <a:lnTo>
                    <a:pt x="714375" y="9525000"/>
                  </a:lnTo>
                  <a:lnTo>
                    <a:pt x="644353" y="9521570"/>
                  </a:lnTo>
                  <a:lnTo>
                    <a:pt x="575005" y="9511284"/>
                  </a:lnTo>
                  <a:lnTo>
                    <a:pt x="506999" y="9494245"/>
                  </a:lnTo>
                  <a:lnTo>
                    <a:pt x="440993" y="9470627"/>
                  </a:lnTo>
                  <a:lnTo>
                    <a:pt x="377617" y="9440652"/>
                  </a:lnTo>
                  <a:lnTo>
                    <a:pt x="317486" y="9404608"/>
                  </a:lnTo>
                  <a:lnTo>
                    <a:pt x="261182" y="9362844"/>
                  </a:lnTo>
                  <a:lnTo>
                    <a:pt x="209245" y="9315754"/>
                  </a:lnTo>
                  <a:lnTo>
                    <a:pt x="162150" y="9263820"/>
                  </a:lnTo>
                  <a:lnTo>
                    <a:pt x="120390" y="9207515"/>
                  </a:lnTo>
                  <a:lnTo>
                    <a:pt x="84347" y="9147384"/>
                  </a:lnTo>
                  <a:lnTo>
                    <a:pt x="54374" y="9084004"/>
                  </a:lnTo>
                  <a:lnTo>
                    <a:pt x="30751" y="9017997"/>
                  </a:lnTo>
                  <a:lnTo>
                    <a:pt x="13725" y="8949995"/>
                  </a:lnTo>
                  <a:lnTo>
                    <a:pt x="3431" y="8880644"/>
                  </a:lnTo>
                  <a:lnTo>
                    <a:pt x="0" y="8810625"/>
                  </a:lnTo>
                  <a:lnTo>
                    <a:pt x="0" y="714375"/>
                  </a:lnTo>
                  <a:lnTo>
                    <a:pt x="3431" y="644353"/>
                  </a:lnTo>
                  <a:lnTo>
                    <a:pt x="13725" y="575006"/>
                  </a:lnTo>
                  <a:lnTo>
                    <a:pt x="30752" y="507000"/>
                  </a:lnTo>
                  <a:lnTo>
                    <a:pt x="54380" y="440995"/>
                  </a:lnTo>
                  <a:lnTo>
                    <a:pt x="84345" y="377616"/>
                  </a:lnTo>
                  <a:lnTo>
                    <a:pt x="120393" y="317488"/>
                  </a:lnTo>
                  <a:lnTo>
                    <a:pt x="162149" y="261175"/>
                  </a:lnTo>
                  <a:lnTo>
                    <a:pt x="209241" y="209240"/>
                  </a:lnTo>
                  <a:lnTo>
                    <a:pt x="261177" y="162151"/>
                  </a:lnTo>
                  <a:lnTo>
                    <a:pt x="317485" y="120388"/>
                  </a:lnTo>
                  <a:lnTo>
                    <a:pt x="377617" y="84346"/>
                  </a:lnTo>
                  <a:lnTo>
                    <a:pt x="440994" y="54375"/>
                  </a:lnTo>
                  <a:lnTo>
                    <a:pt x="507000" y="30752"/>
                  </a:lnTo>
                  <a:lnTo>
                    <a:pt x="575007" y="13724"/>
                  </a:lnTo>
                  <a:lnTo>
                    <a:pt x="644353" y="3431"/>
                  </a:lnTo>
                  <a:lnTo>
                    <a:pt x="714375" y="0"/>
                  </a:lnTo>
                  <a:lnTo>
                    <a:pt x="14335140" y="0"/>
                  </a:lnTo>
                  <a:lnTo>
                    <a:pt x="14370201" y="857"/>
                  </a:lnTo>
                  <a:lnTo>
                    <a:pt x="14439949" y="7725"/>
                  </a:lnTo>
                  <a:lnTo>
                    <a:pt x="14508696" y="21403"/>
                  </a:lnTo>
                  <a:lnTo>
                    <a:pt x="14575778" y="41748"/>
                  </a:lnTo>
                  <a:lnTo>
                    <a:pt x="14640558" y="68583"/>
                  </a:lnTo>
                  <a:lnTo>
                    <a:pt x="14702398" y="101633"/>
                  </a:lnTo>
                  <a:lnTo>
                    <a:pt x="14760680" y="140580"/>
                  </a:lnTo>
                  <a:lnTo>
                    <a:pt x="14814881" y="185065"/>
                  </a:lnTo>
                  <a:lnTo>
                    <a:pt x="14864444" y="234638"/>
                  </a:lnTo>
                  <a:lnTo>
                    <a:pt x="14908921" y="288823"/>
                  </a:lnTo>
                  <a:lnTo>
                    <a:pt x="14947864" y="347107"/>
                  </a:lnTo>
                  <a:lnTo>
                    <a:pt x="14980914" y="408931"/>
                  </a:lnTo>
                  <a:lnTo>
                    <a:pt x="15007746" y="473708"/>
                  </a:lnTo>
                  <a:lnTo>
                    <a:pt x="15028095" y="540791"/>
                  </a:lnTo>
                  <a:lnTo>
                    <a:pt x="15041778" y="609555"/>
                  </a:lnTo>
                  <a:lnTo>
                    <a:pt x="15048646" y="679322"/>
                  </a:lnTo>
                  <a:lnTo>
                    <a:pt x="15049500" y="714375"/>
                  </a:lnTo>
                  <a:lnTo>
                    <a:pt x="15049500" y="8810625"/>
                  </a:lnTo>
                  <a:lnTo>
                    <a:pt x="15046071" y="8880643"/>
                  </a:lnTo>
                  <a:lnTo>
                    <a:pt x="15035784" y="8949994"/>
                  </a:lnTo>
                  <a:lnTo>
                    <a:pt x="15018746" y="9017997"/>
                  </a:lnTo>
                  <a:lnTo>
                    <a:pt x="14995127" y="9084007"/>
                  </a:lnTo>
                  <a:lnTo>
                    <a:pt x="14965144" y="9147399"/>
                  </a:lnTo>
                  <a:lnTo>
                    <a:pt x="14929107" y="9207514"/>
                  </a:lnTo>
                  <a:lnTo>
                    <a:pt x="14887361" y="9263796"/>
                  </a:lnTo>
                  <a:lnTo>
                    <a:pt x="14840241" y="9315769"/>
                  </a:lnTo>
                  <a:lnTo>
                    <a:pt x="14788321" y="9362842"/>
                  </a:lnTo>
                  <a:lnTo>
                    <a:pt x="14732028" y="9404598"/>
                  </a:lnTo>
                  <a:lnTo>
                    <a:pt x="14671848" y="9440671"/>
                  </a:lnTo>
                  <a:lnTo>
                    <a:pt x="14608497" y="9470631"/>
                  </a:lnTo>
                  <a:lnTo>
                    <a:pt x="14542489" y="9494249"/>
                  </a:lnTo>
                  <a:lnTo>
                    <a:pt x="14474479" y="9511287"/>
                  </a:lnTo>
                  <a:lnTo>
                    <a:pt x="14405135" y="9521572"/>
                  </a:lnTo>
                  <a:lnTo>
                    <a:pt x="14335125" y="95250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857500" y="380999"/>
              <a:ext cx="15049500" cy="9525000"/>
            </a:xfrm>
            <a:custGeom>
              <a:avLst/>
              <a:gdLst/>
              <a:ahLst/>
              <a:cxnLst/>
              <a:rect l="l" t="t" r="r" b="b"/>
              <a:pathLst>
                <a:path w="15049500" h="9525000">
                  <a:moveTo>
                    <a:pt x="714375" y="0"/>
                  </a:moveTo>
                  <a:lnTo>
                    <a:pt x="14335125" y="0"/>
                  </a:lnTo>
                </a:path>
                <a:path w="15049500" h="9525000">
                  <a:moveTo>
                    <a:pt x="15049500" y="714375"/>
                  </a:moveTo>
                  <a:lnTo>
                    <a:pt x="15049500" y="8810625"/>
                  </a:lnTo>
                </a:path>
                <a:path w="15049500" h="9525000">
                  <a:moveTo>
                    <a:pt x="14335125" y="9525000"/>
                  </a:moveTo>
                  <a:lnTo>
                    <a:pt x="714375" y="9524999"/>
                  </a:lnTo>
                </a:path>
                <a:path w="15049500" h="9525000">
                  <a:moveTo>
                    <a:pt x="0" y="8810625"/>
                  </a:moveTo>
                  <a:lnTo>
                    <a:pt x="0" y="714375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80999" y="380999"/>
              <a:ext cx="2190750" cy="9525000"/>
            </a:xfrm>
            <a:custGeom>
              <a:avLst/>
              <a:gdLst/>
              <a:ahLst/>
              <a:cxnLst/>
              <a:rect l="l" t="t" r="r" b="b"/>
              <a:pathLst>
                <a:path w="2190750" h="9525000">
                  <a:moveTo>
                    <a:pt x="1478756" y="9525000"/>
                  </a:moveTo>
                  <a:lnTo>
                    <a:pt x="711994" y="9525000"/>
                  </a:lnTo>
                  <a:lnTo>
                    <a:pt x="642206" y="9521574"/>
                  </a:lnTo>
                  <a:lnTo>
                    <a:pt x="573092" y="9511314"/>
                  </a:lnTo>
                  <a:lnTo>
                    <a:pt x="505309" y="9494351"/>
                  </a:lnTo>
                  <a:lnTo>
                    <a:pt x="439524" y="9470806"/>
                  </a:lnTo>
                  <a:lnTo>
                    <a:pt x="376361" y="9440934"/>
                  </a:lnTo>
                  <a:lnTo>
                    <a:pt x="316433" y="9405001"/>
                  </a:lnTo>
                  <a:lnTo>
                    <a:pt x="260302" y="9363389"/>
                  </a:lnTo>
                  <a:lnTo>
                    <a:pt x="208540" y="9316458"/>
                  </a:lnTo>
                  <a:lnTo>
                    <a:pt x="161607" y="9264699"/>
                  </a:lnTo>
                  <a:lnTo>
                    <a:pt x="119999" y="9208565"/>
                  </a:lnTo>
                  <a:lnTo>
                    <a:pt x="84065" y="9148642"/>
                  </a:lnTo>
                  <a:lnTo>
                    <a:pt x="54193" y="9085470"/>
                  </a:lnTo>
                  <a:lnTo>
                    <a:pt x="30651" y="9019691"/>
                  </a:lnTo>
                  <a:lnTo>
                    <a:pt x="13678" y="8951910"/>
                  </a:lnTo>
                  <a:lnTo>
                    <a:pt x="3421" y="8882797"/>
                  </a:lnTo>
                  <a:lnTo>
                    <a:pt x="0" y="8813006"/>
                  </a:lnTo>
                  <a:lnTo>
                    <a:pt x="0" y="711993"/>
                  </a:lnTo>
                  <a:lnTo>
                    <a:pt x="3420" y="642205"/>
                  </a:lnTo>
                  <a:lnTo>
                    <a:pt x="13679" y="573090"/>
                  </a:lnTo>
                  <a:lnTo>
                    <a:pt x="30651" y="505310"/>
                  </a:lnTo>
                  <a:lnTo>
                    <a:pt x="54196" y="439525"/>
                  </a:lnTo>
                  <a:lnTo>
                    <a:pt x="84064" y="376358"/>
                  </a:lnTo>
                  <a:lnTo>
                    <a:pt x="119993" y="316431"/>
                  </a:lnTo>
                  <a:lnTo>
                    <a:pt x="161609" y="260304"/>
                  </a:lnTo>
                  <a:lnTo>
                    <a:pt x="208538" y="208538"/>
                  </a:lnTo>
                  <a:lnTo>
                    <a:pt x="260304" y="161609"/>
                  </a:lnTo>
                  <a:lnTo>
                    <a:pt x="316432" y="119993"/>
                  </a:lnTo>
                  <a:lnTo>
                    <a:pt x="376358" y="84063"/>
                  </a:lnTo>
                  <a:lnTo>
                    <a:pt x="439525" y="54196"/>
                  </a:lnTo>
                  <a:lnTo>
                    <a:pt x="505310" y="30650"/>
                  </a:lnTo>
                  <a:lnTo>
                    <a:pt x="573090" y="13679"/>
                  </a:lnTo>
                  <a:lnTo>
                    <a:pt x="642205" y="3419"/>
                  </a:lnTo>
                  <a:lnTo>
                    <a:pt x="711994" y="0"/>
                  </a:lnTo>
                  <a:lnTo>
                    <a:pt x="1478755" y="0"/>
                  </a:lnTo>
                  <a:lnTo>
                    <a:pt x="1513690" y="853"/>
                  </a:lnTo>
                  <a:lnTo>
                    <a:pt x="1583228" y="7699"/>
                  </a:lnTo>
                  <a:lnTo>
                    <a:pt x="1651757" y="21334"/>
                  </a:lnTo>
                  <a:lnTo>
                    <a:pt x="1718624" y="41616"/>
                  </a:lnTo>
                  <a:lnTo>
                    <a:pt x="1783174" y="68355"/>
                  </a:lnTo>
                  <a:lnTo>
                    <a:pt x="1844796" y="101291"/>
                  </a:lnTo>
                  <a:lnTo>
                    <a:pt x="1902890" y="140111"/>
                  </a:lnTo>
                  <a:lnTo>
                    <a:pt x="1956905" y="184436"/>
                  </a:lnTo>
                  <a:lnTo>
                    <a:pt x="2006310" y="233845"/>
                  </a:lnTo>
                  <a:lnTo>
                    <a:pt x="2050639" y="287857"/>
                  </a:lnTo>
                  <a:lnTo>
                    <a:pt x="2089456" y="345953"/>
                  </a:lnTo>
                  <a:lnTo>
                    <a:pt x="2122396" y="407575"/>
                  </a:lnTo>
                  <a:lnTo>
                    <a:pt x="2149133" y="472129"/>
                  </a:lnTo>
                  <a:lnTo>
                    <a:pt x="2169416" y="538992"/>
                  </a:lnTo>
                  <a:lnTo>
                    <a:pt x="2183047" y="607521"/>
                  </a:lnTo>
                  <a:lnTo>
                    <a:pt x="2189898" y="677057"/>
                  </a:lnTo>
                  <a:lnTo>
                    <a:pt x="2190750" y="8813006"/>
                  </a:lnTo>
                  <a:lnTo>
                    <a:pt x="2189896" y="8847940"/>
                  </a:lnTo>
                  <a:lnTo>
                    <a:pt x="2183048" y="8917478"/>
                  </a:lnTo>
                  <a:lnTo>
                    <a:pt x="2169415" y="8986007"/>
                  </a:lnTo>
                  <a:lnTo>
                    <a:pt x="2149135" y="9052873"/>
                  </a:lnTo>
                  <a:lnTo>
                    <a:pt x="2122396" y="9117423"/>
                  </a:lnTo>
                  <a:lnTo>
                    <a:pt x="2089456" y="9179045"/>
                  </a:lnTo>
                  <a:lnTo>
                    <a:pt x="2050639" y="9237140"/>
                  </a:lnTo>
                  <a:lnTo>
                    <a:pt x="2006314" y="9291157"/>
                  </a:lnTo>
                  <a:lnTo>
                    <a:pt x="1956905" y="9340560"/>
                  </a:lnTo>
                  <a:lnTo>
                    <a:pt x="1902890" y="9384888"/>
                  </a:lnTo>
                  <a:lnTo>
                    <a:pt x="1844794" y="9423700"/>
                  </a:lnTo>
                  <a:lnTo>
                    <a:pt x="1783175" y="9456647"/>
                  </a:lnTo>
                  <a:lnTo>
                    <a:pt x="1718624" y="9483385"/>
                  </a:lnTo>
                  <a:lnTo>
                    <a:pt x="1651758" y="9503667"/>
                  </a:lnTo>
                  <a:lnTo>
                    <a:pt x="1583227" y="9517290"/>
                  </a:lnTo>
                  <a:lnTo>
                    <a:pt x="1513690" y="9524146"/>
                  </a:lnTo>
                  <a:lnTo>
                    <a:pt x="1478756" y="95250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81000" y="380999"/>
              <a:ext cx="2190750" cy="9525000"/>
            </a:xfrm>
            <a:custGeom>
              <a:avLst/>
              <a:gdLst/>
              <a:ahLst/>
              <a:cxnLst/>
              <a:rect l="l" t="t" r="r" b="b"/>
              <a:pathLst>
                <a:path w="2190750" h="9525000">
                  <a:moveTo>
                    <a:pt x="711993" y="0"/>
                  </a:moveTo>
                  <a:lnTo>
                    <a:pt x="1478756" y="0"/>
                  </a:lnTo>
                </a:path>
                <a:path w="2190750" h="9525000">
                  <a:moveTo>
                    <a:pt x="2190750" y="711993"/>
                  </a:moveTo>
                  <a:lnTo>
                    <a:pt x="2190750" y="8813006"/>
                  </a:lnTo>
                </a:path>
                <a:path w="2190750" h="9525000">
                  <a:moveTo>
                    <a:pt x="1478756" y="9525000"/>
                  </a:moveTo>
                  <a:lnTo>
                    <a:pt x="711993" y="9525000"/>
                  </a:lnTo>
                </a:path>
                <a:path w="2190750" h="9525000">
                  <a:moveTo>
                    <a:pt x="0" y="8813006"/>
                  </a:moveTo>
                  <a:lnTo>
                    <a:pt x="0" y="711993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919480">
              <a:lnSpc>
                <a:spcPct val="100000"/>
              </a:lnSpc>
              <a:spcBef>
                <a:spcPts val="125"/>
              </a:spcBef>
            </a:pPr>
            <a:r>
              <a:rPr dirty="0" spc="-360"/>
              <a:t>Market</a:t>
            </a:r>
            <a:r>
              <a:rPr dirty="0" spc="-450"/>
              <a:t> </a:t>
            </a:r>
            <a:r>
              <a:rPr dirty="0" spc="-370"/>
              <a:t>Research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3602532" y="7799350"/>
            <a:ext cx="12858115" cy="131572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2250" spc="-135">
                <a:solidFill>
                  <a:srgbClr val="FFFFFF"/>
                </a:solidFill>
                <a:latin typeface="Lucida Sans Unicode"/>
                <a:cs typeface="Lucida Sans Unicode"/>
              </a:rPr>
              <a:t>TechEd</a:t>
            </a:r>
            <a:r>
              <a:rPr dirty="0" sz="2250" spc="-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00">
                <a:solidFill>
                  <a:srgbClr val="FFFFFF"/>
                </a:solidFill>
                <a:latin typeface="Lucida Sans Unicode"/>
                <a:cs typeface="Lucida Sans Unicode"/>
              </a:rPr>
              <a:t>Stream</a:t>
            </a:r>
            <a:r>
              <a:rPr dirty="0" sz="2250" spc="-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05">
                <a:solidFill>
                  <a:srgbClr val="FFFFFF"/>
                </a:solidFill>
                <a:latin typeface="Lucida Sans Unicode"/>
                <a:cs typeface="Lucida Sans Unicode"/>
              </a:rPr>
              <a:t>addresses</a:t>
            </a:r>
            <a:r>
              <a:rPr dirty="0" sz="2250" spc="-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250" spc="-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80">
                <a:solidFill>
                  <a:srgbClr val="FFFFFF"/>
                </a:solidFill>
                <a:latin typeface="Lucida Sans Unicode"/>
                <a:cs typeface="Lucida Sans Unicode"/>
              </a:rPr>
              <a:t>critical</a:t>
            </a:r>
            <a:r>
              <a:rPr dirty="0" sz="2250" spc="-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00">
                <a:solidFill>
                  <a:srgbClr val="FFFFFF"/>
                </a:solidFill>
                <a:latin typeface="Lucida Sans Unicode"/>
                <a:cs typeface="Lucida Sans Unicode"/>
              </a:rPr>
              <a:t>gap</a:t>
            </a:r>
            <a:r>
              <a:rPr dirty="0" sz="2250" spc="-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dirty="0" sz="2250" spc="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FFFFFF"/>
                </a:solidFill>
                <a:latin typeface="Tahoma"/>
                <a:cs typeface="Tahoma"/>
              </a:rPr>
              <a:t>interacti</a:t>
            </a:r>
            <a:r>
              <a:rPr dirty="0" sz="225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25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225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dirty="0" sz="22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225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250">
                <a:solidFill>
                  <a:srgbClr val="FFFFFF"/>
                </a:solidFill>
                <a:latin typeface="Tahoma"/>
                <a:cs typeface="Tahoma"/>
              </a:rPr>
              <a:t>bject</a:t>
            </a:r>
            <a:r>
              <a:rPr dirty="0" sz="225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2250">
                <a:solidFill>
                  <a:srgbClr val="FFFFFF"/>
                </a:solidFill>
                <a:latin typeface="Tahoma"/>
                <a:cs typeface="Tahoma"/>
              </a:rPr>
              <a:t>speci</a:t>
            </a:r>
            <a:r>
              <a:rPr dirty="0" sz="2250" spc="75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dirty="0" sz="2250" spc="11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dirty="0" sz="225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250" spc="-1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dirty="0" sz="2250" spc="-1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250" spc="-10">
                <a:solidFill>
                  <a:srgbClr val="FFFFFF"/>
                </a:solidFill>
                <a:latin typeface="Tahoma"/>
                <a:cs typeface="Tahoma"/>
              </a:rPr>
              <a:t>ali</a:t>
            </a:r>
            <a:r>
              <a:rPr dirty="0" sz="2250" spc="-10">
                <a:solidFill>
                  <a:srgbClr val="FFFFFF"/>
                </a:solidFill>
                <a:latin typeface="Arial MT"/>
                <a:cs typeface="Arial MT"/>
              </a:rPr>
              <a:t>z</a:t>
            </a:r>
            <a:r>
              <a:rPr dirty="0" sz="2250" spc="-10">
                <a:solidFill>
                  <a:srgbClr val="FFFFFF"/>
                </a:solidFill>
                <a:latin typeface="Tahoma"/>
                <a:cs typeface="Tahoma"/>
              </a:rPr>
              <a:t>ation</a:t>
            </a:r>
            <a:endParaRPr sz="2250">
              <a:latin typeface="Tahoma"/>
              <a:cs typeface="Tahoma"/>
            </a:endParaRPr>
          </a:p>
          <a:p>
            <a:pPr marL="12700" marR="5080">
              <a:lnSpc>
                <a:spcPct val="125000"/>
              </a:lnSpc>
            </a:pPr>
            <a:r>
              <a:rPr dirty="0" sz="2250" spc="-145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25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45">
                <a:solidFill>
                  <a:srgbClr val="FFFFFF"/>
                </a:solidFill>
                <a:latin typeface="Lucida Sans Unicode"/>
                <a:cs typeface="Lucida Sans Unicode"/>
              </a:rPr>
              <a:t>market</a:t>
            </a:r>
            <a:r>
              <a:rPr dirty="0" sz="225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10">
                <a:solidFill>
                  <a:srgbClr val="FFFFFF"/>
                </a:solidFill>
                <a:latin typeface="Lucida Sans Unicode"/>
                <a:cs typeface="Lucida Sans Unicode"/>
              </a:rPr>
              <a:t>is</a:t>
            </a:r>
            <a:r>
              <a:rPr dirty="0" sz="225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40">
                <a:solidFill>
                  <a:srgbClr val="FFFFFF"/>
                </a:solidFill>
                <a:latin typeface="Lucida Sans Unicode"/>
                <a:cs typeface="Lucida Sans Unicode"/>
              </a:rPr>
              <a:t>ripe</a:t>
            </a:r>
            <a:r>
              <a:rPr dirty="0" sz="225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95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22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14">
                <a:solidFill>
                  <a:srgbClr val="FFFFFF"/>
                </a:solidFill>
                <a:latin typeface="Lucida Sans Unicode"/>
                <a:cs typeface="Lucida Sans Unicode"/>
              </a:rPr>
              <a:t>disr</a:t>
            </a:r>
            <a:r>
              <a:rPr dirty="0" sz="2250" spc="-114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250" spc="-114">
                <a:solidFill>
                  <a:srgbClr val="FFFFFF"/>
                </a:solidFill>
                <a:latin typeface="Lucida Sans Unicode"/>
                <a:cs typeface="Lucida Sans Unicode"/>
              </a:rPr>
              <a:t>ption</a:t>
            </a:r>
            <a:r>
              <a:rPr dirty="0" sz="225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65">
                <a:solidFill>
                  <a:srgbClr val="FFFFFF"/>
                </a:solidFill>
                <a:latin typeface="Arial MT"/>
                <a:cs typeface="Arial MT"/>
              </a:rPr>
              <a:t>w</a:t>
            </a:r>
            <a:r>
              <a:rPr dirty="0" sz="2250" spc="-65">
                <a:solidFill>
                  <a:srgbClr val="FFFFFF"/>
                </a:solidFill>
                <a:latin typeface="Lucida Sans Unicode"/>
                <a:cs typeface="Lucida Sans Unicode"/>
              </a:rPr>
              <a:t>ith</a:t>
            </a:r>
            <a:r>
              <a:rPr dirty="0" sz="225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25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10">
                <a:solidFill>
                  <a:srgbClr val="FFFFFF"/>
                </a:solidFill>
                <a:latin typeface="Lucida Sans Unicode"/>
                <a:cs typeface="Lucida Sans Unicode"/>
              </a:rPr>
              <a:t>sol</a:t>
            </a:r>
            <a:r>
              <a:rPr dirty="0" sz="2250" spc="-11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250" spc="-110">
                <a:solidFill>
                  <a:srgbClr val="FFFFFF"/>
                </a:solidFill>
                <a:latin typeface="Lucida Sans Unicode"/>
                <a:cs typeface="Lucida Sans Unicode"/>
              </a:rPr>
              <a:t>tion</a:t>
            </a:r>
            <a:r>
              <a:rPr dirty="0" sz="225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Lucida Sans Unicode"/>
                <a:cs typeface="Lucida Sans Unicode"/>
              </a:rPr>
              <a:t>that</a:t>
            </a:r>
            <a:r>
              <a:rPr dirty="0" sz="22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40">
                <a:solidFill>
                  <a:srgbClr val="FFFFFF"/>
                </a:solidFill>
                <a:latin typeface="Lucida Sans Unicode"/>
                <a:cs typeface="Lucida Sans Unicode"/>
              </a:rPr>
              <a:t>acti</a:t>
            </a:r>
            <a:r>
              <a:rPr dirty="0" sz="2250" spc="-4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250" spc="-40">
                <a:solidFill>
                  <a:srgbClr val="FFFFFF"/>
                </a:solidFill>
                <a:latin typeface="Lucida Sans Unicode"/>
                <a:cs typeface="Lucida Sans Unicode"/>
              </a:rPr>
              <a:t>el</a:t>
            </a:r>
            <a:r>
              <a:rPr dirty="0" sz="2250" spc="-4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22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 spc="-100">
                <a:solidFill>
                  <a:srgbClr val="FFFFFF"/>
                </a:solidFill>
                <a:latin typeface="Lucida Sans Unicode"/>
                <a:cs typeface="Lucida Sans Unicode"/>
              </a:rPr>
              <a:t>engages</a:t>
            </a:r>
            <a:r>
              <a:rPr dirty="0" sz="22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40">
                <a:solidFill>
                  <a:srgbClr val="FFFFFF"/>
                </a:solidFill>
                <a:latin typeface="Lucida Sans Unicode"/>
                <a:cs typeface="Lucida Sans Unicode"/>
              </a:rPr>
              <a:t>st</a:t>
            </a:r>
            <a:r>
              <a:rPr dirty="0" sz="2250" spc="-4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250" spc="-40">
                <a:solidFill>
                  <a:srgbClr val="FFFFFF"/>
                </a:solidFill>
                <a:latin typeface="Lucida Sans Unicode"/>
                <a:cs typeface="Lucida Sans Unicode"/>
              </a:rPr>
              <a:t>dents</a:t>
            </a:r>
            <a:r>
              <a:rPr dirty="0" sz="22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95">
                <a:solidFill>
                  <a:srgbClr val="FFFFFF"/>
                </a:solidFill>
                <a:latin typeface="Lucida Sans Unicode"/>
                <a:cs typeface="Lucida Sans Unicode"/>
              </a:rPr>
              <a:t>rather</a:t>
            </a:r>
            <a:r>
              <a:rPr dirty="0" sz="22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65">
                <a:solidFill>
                  <a:srgbClr val="FFFFFF"/>
                </a:solidFill>
                <a:latin typeface="Lucida Sans Unicode"/>
                <a:cs typeface="Lucida Sans Unicode"/>
              </a:rPr>
              <a:t>than</a:t>
            </a:r>
            <a:r>
              <a:rPr dirty="0" sz="22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Lucida Sans Unicode"/>
                <a:cs typeface="Lucida Sans Unicode"/>
              </a:rPr>
              <a:t>passi</a:t>
            </a:r>
            <a:r>
              <a:rPr dirty="0" sz="2250" spc="-1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250" spc="-10">
                <a:solidFill>
                  <a:srgbClr val="FFFFFF"/>
                </a:solidFill>
                <a:latin typeface="Lucida Sans Unicode"/>
                <a:cs typeface="Lucida Sans Unicode"/>
              </a:rPr>
              <a:t>el</a:t>
            </a:r>
            <a:r>
              <a:rPr dirty="0" sz="2250" spc="-10">
                <a:solidFill>
                  <a:srgbClr val="FFFFFF"/>
                </a:solidFill>
                <a:latin typeface="Arial MT"/>
                <a:cs typeface="Arial MT"/>
              </a:rPr>
              <a:t>y </a:t>
            </a:r>
            <a:r>
              <a:rPr dirty="0" sz="2250" spc="-120">
                <a:solidFill>
                  <a:srgbClr val="FFFFFF"/>
                </a:solidFill>
                <a:latin typeface="Lucida Sans Unicode"/>
                <a:cs typeface="Lucida Sans Unicode"/>
              </a:rPr>
              <a:t>presenting</a:t>
            </a:r>
            <a:r>
              <a:rPr dirty="0" sz="225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55">
                <a:solidFill>
                  <a:srgbClr val="FFFFFF"/>
                </a:solidFill>
                <a:latin typeface="Lucida Sans Unicode"/>
                <a:cs typeface="Lucida Sans Unicode"/>
              </a:rPr>
              <a:t>information</a:t>
            </a:r>
            <a:r>
              <a:rPr dirty="0" sz="2250" spc="-55">
                <a:solidFill>
                  <a:srgbClr val="FFFFFF"/>
                </a:solidFill>
                <a:latin typeface="Arial MT"/>
                <a:cs typeface="Arial MT"/>
              </a:rPr>
              <a:t>.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3232888" y="5957280"/>
            <a:ext cx="3649345" cy="796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350" spc="229">
                <a:solidFill>
                  <a:srgbClr val="FFFFFF"/>
                </a:solidFill>
                <a:latin typeface="Arial Black"/>
                <a:cs typeface="Arial Black"/>
              </a:rPr>
              <a:t>billion</a:t>
            </a:r>
            <a:r>
              <a:rPr dirty="0" sz="1350" spc="4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350" spc="155">
                <a:solidFill>
                  <a:srgbClr val="FFFFFF"/>
                </a:solidFill>
                <a:latin typeface="Arial Black"/>
                <a:cs typeface="Arial Black"/>
              </a:rPr>
              <a:t>dollars</a:t>
            </a:r>
            <a:r>
              <a:rPr dirty="0" sz="1350" spc="4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350" spc="215">
                <a:solidFill>
                  <a:srgbClr val="FFFFFF"/>
                </a:solidFill>
                <a:latin typeface="Arial Black"/>
                <a:cs typeface="Arial Black"/>
              </a:rPr>
              <a:t>is</a:t>
            </a:r>
            <a:r>
              <a:rPr dirty="0" sz="1350" spc="4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350" spc="6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dirty="0" sz="1350" spc="4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350">
                <a:solidFill>
                  <a:srgbClr val="FFFFFF"/>
                </a:solidFill>
                <a:latin typeface="Arial Black"/>
                <a:cs typeface="Arial Black"/>
              </a:rPr>
              <a:t>number</a:t>
            </a:r>
            <a:r>
              <a:rPr dirty="0" sz="1350" spc="4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350" spc="-25">
                <a:solidFill>
                  <a:srgbClr val="FFFFFF"/>
                </a:solidFill>
                <a:latin typeface="Arial Black"/>
                <a:cs typeface="Arial Black"/>
              </a:rPr>
              <a:t>by </a:t>
            </a:r>
            <a:r>
              <a:rPr dirty="0" sz="1350">
                <a:solidFill>
                  <a:srgbClr val="FFFFFF"/>
                </a:solidFill>
                <a:latin typeface="Arial Black"/>
                <a:cs typeface="Arial Black"/>
              </a:rPr>
              <a:t>which</a:t>
            </a:r>
            <a:r>
              <a:rPr dirty="0" sz="1350" spc="3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35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dirty="0" sz="1350" spc="3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350" spc="110">
                <a:solidFill>
                  <a:srgbClr val="FFFFFF"/>
                </a:solidFill>
                <a:latin typeface="Arial Black"/>
                <a:cs typeface="Arial Black"/>
              </a:rPr>
              <a:t>Indian</a:t>
            </a:r>
            <a:r>
              <a:rPr dirty="0" sz="1350" spc="3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350">
                <a:solidFill>
                  <a:srgbClr val="FFFFFF"/>
                </a:solidFill>
                <a:latin typeface="Arial Black"/>
                <a:cs typeface="Arial Black"/>
              </a:rPr>
              <a:t>EdTech</a:t>
            </a:r>
            <a:r>
              <a:rPr dirty="0" sz="1350" spc="3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350" spc="114">
                <a:solidFill>
                  <a:srgbClr val="FFFFFF"/>
                </a:solidFill>
                <a:latin typeface="Arial Black"/>
                <a:cs typeface="Arial Black"/>
              </a:rPr>
              <a:t>industry</a:t>
            </a:r>
            <a:endParaRPr sz="1350">
              <a:latin typeface="Arial Black"/>
              <a:cs typeface="Arial Black"/>
            </a:endParaRPr>
          </a:p>
          <a:p>
            <a:pPr marL="749935">
              <a:lnSpc>
                <a:spcPct val="100000"/>
              </a:lnSpc>
              <a:spcBef>
                <a:spcPts val="405"/>
              </a:spcBef>
            </a:pPr>
            <a:r>
              <a:rPr dirty="0" sz="1350" spc="215">
                <a:solidFill>
                  <a:srgbClr val="FFFFFF"/>
                </a:solidFill>
                <a:latin typeface="Arial Black"/>
                <a:cs typeface="Arial Black"/>
              </a:rPr>
              <a:t>is</a:t>
            </a:r>
            <a:r>
              <a:rPr dirty="0" sz="1350" spc="35">
                <a:solidFill>
                  <a:srgbClr val="FFFFFF"/>
                </a:solidFill>
                <a:latin typeface="Arial Black"/>
                <a:cs typeface="Arial Black"/>
              </a:rPr>
              <a:t>  </a:t>
            </a:r>
            <a:r>
              <a:rPr dirty="0" sz="1350" spc="90">
                <a:solidFill>
                  <a:srgbClr val="FFFFFF"/>
                </a:solidFill>
                <a:latin typeface="Arial Black"/>
                <a:cs typeface="Arial Black"/>
              </a:rPr>
              <a:t>projected</a:t>
            </a:r>
            <a:r>
              <a:rPr dirty="0" sz="1350" spc="35">
                <a:solidFill>
                  <a:srgbClr val="FFFFFF"/>
                </a:solidFill>
                <a:latin typeface="Arial Black"/>
                <a:cs typeface="Arial Black"/>
              </a:rPr>
              <a:t>  </a:t>
            </a:r>
            <a:r>
              <a:rPr dirty="0" sz="1350">
                <a:solidFill>
                  <a:srgbClr val="FFFFFF"/>
                </a:solidFill>
                <a:latin typeface="Arial Black"/>
                <a:cs typeface="Arial Black"/>
              </a:rPr>
              <a:t>by</a:t>
            </a:r>
            <a:r>
              <a:rPr dirty="0" sz="1350" spc="35">
                <a:solidFill>
                  <a:srgbClr val="FFFFFF"/>
                </a:solidFill>
                <a:latin typeface="Arial Black"/>
                <a:cs typeface="Arial Black"/>
              </a:rPr>
              <a:t>  </a:t>
            </a:r>
            <a:r>
              <a:rPr dirty="0" sz="1350" spc="-20">
                <a:solidFill>
                  <a:srgbClr val="FFFFFF"/>
                </a:solidFill>
                <a:latin typeface="Arial Black"/>
                <a:cs typeface="Arial Black"/>
              </a:rPr>
              <a:t>2025</a:t>
            </a:r>
            <a:endParaRPr sz="1350">
              <a:latin typeface="Arial Black"/>
              <a:cs typeface="Arial Black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3610798" y="4132889"/>
            <a:ext cx="8878570" cy="1543050"/>
            <a:chOff x="3610798" y="4132889"/>
            <a:chExt cx="8878570" cy="1543050"/>
          </a:xfrm>
        </p:grpSpPr>
        <p:sp>
          <p:nvSpPr>
            <p:cNvPr id="11" name="object 11" descr=""/>
            <p:cNvSpPr/>
            <p:nvPr/>
          </p:nvSpPr>
          <p:spPr>
            <a:xfrm>
              <a:off x="3620322" y="4142414"/>
              <a:ext cx="4239260" cy="1524000"/>
            </a:xfrm>
            <a:custGeom>
              <a:avLst/>
              <a:gdLst/>
              <a:ahLst/>
              <a:cxnLst/>
              <a:rect l="l" t="t" r="r" b="b"/>
              <a:pathLst>
                <a:path w="4239259" h="1524000">
                  <a:moveTo>
                    <a:pt x="4000500" y="1523999"/>
                  </a:moveTo>
                  <a:lnTo>
                    <a:pt x="238125" y="1523999"/>
                  </a:lnTo>
                  <a:lnTo>
                    <a:pt x="191669" y="1519424"/>
                  </a:lnTo>
                  <a:lnTo>
                    <a:pt x="146992" y="1505889"/>
                  </a:lnTo>
                  <a:lnTo>
                    <a:pt x="105821" y="1483884"/>
                  </a:lnTo>
                  <a:lnTo>
                    <a:pt x="69740" y="1454263"/>
                  </a:lnTo>
                  <a:lnTo>
                    <a:pt x="40136" y="1418164"/>
                  </a:lnTo>
                  <a:lnTo>
                    <a:pt x="18125" y="1377001"/>
                  </a:lnTo>
                  <a:lnTo>
                    <a:pt x="4569" y="1332329"/>
                  </a:lnTo>
                  <a:lnTo>
                    <a:pt x="0" y="1285875"/>
                  </a:lnTo>
                  <a:lnTo>
                    <a:pt x="0" y="238125"/>
                  </a:lnTo>
                  <a:lnTo>
                    <a:pt x="4575" y="191668"/>
                  </a:lnTo>
                  <a:lnTo>
                    <a:pt x="18136" y="147002"/>
                  </a:lnTo>
                  <a:lnTo>
                    <a:pt x="40137" y="105833"/>
                  </a:lnTo>
                  <a:lnTo>
                    <a:pt x="69753" y="69753"/>
                  </a:lnTo>
                  <a:lnTo>
                    <a:pt x="105833" y="40137"/>
                  </a:lnTo>
                  <a:lnTo>
                    <a:pt x="147003" y="18136"/>
                  </a:lnTo>
                  <a:lnTo>
                    <a:pt x="191669" y="4576"/>
                  </a:lnTo>
                  <a:lnTo>
                    <a:pt x="238125" y="0"/>
                  </a:lnTo>
                  <a:lnTo>
                    <a:pt x="4000500" y="0"/>
                  </a:lnTo>
                  <a:lnTo>
                    <a:pt x="4012203" y="191"/>
                  </a:lnTo>
                  <a:lnTo>
                    <a:pt x="4058395" y="7046"/>
                  </a:lnTo>
                  <a:lnTo>
                    <a:pt x="4102374" y="22787"/>
                  </a:lnTo>
                  <a:lnTo>
                    <a:pt x="4142432" y="46801"/>
                  </a:lnTo>
                  <a:lnTo>
                    <a:pt x="4177026" y="78160"/>
                  </a:lnTo>
                  <a:lnTo>
                    <a:pt x="4204840" y="115672"/>
                  </a:lnTo>
                  <a:lnTo>
                    <a:pt x="4224803" y="157893"/>
                  </a:lnTo>
                  <a:lnTo>
                    <a:pt x="4236144" y="203204"/>
                  </a:lnTo>
                  <a:lnTo>
                    <a:pt x="4238640" y="1285875"/>
                  </a:lnTo>
                  <a:lnTo>
                    <a:pt x="4238433" y="1297592"/>
                  </a:lnTo>
                  <a:lnTo>
                    <a:pt x="4231576" y="1343781"/>
                  </a:lnTo>
                  <a:lnTo>
                    <a:pt x="4215837" y="1387759"/>
                  </a:lnTo>
                  <a:lnTo>
                    <a:pt x="4191831" y="1427799"/>
                  </a:lnTo>
                  <a:lnTo>
                    <a:pt x="4160467" y="1462401"/>
                  </a:lnTo>
                  <a:lnTo>
                    <a:pt x="4122958" y="1490210"/>
                  </a:lnTo>
                  <a:lnTo>
                    <a:pt x="4080741" y="1510175"/>
                  </a:lnTo>
                  <a:lnTo>
                    <a:pt x="4035437" y="1521516"/>
                  </a:lnTo>
                  <a:lnTo>
                    <a:pt x="4000500" y="152399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858448" y="4142414"/>
              <a:ext cx="3762375" cy="0"/>
            </a:xfrm>
            <a:custGeom>
              <a:avLst/>
              <a:gdLst/>
              <a:ahLst/>
              <a:cxnLst/>
              <a:rect l="l" t="t" r="r" b="b"/>
              <a:pathLst>
                <a:path w="3762375" h="0">
                  <a:moveTo>
                    <a:pt x="0" y="0"/>
                  </a:moveTo>
                  <a:lnTo>
                    <a:pt x="3762375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3001" y="4133081"/>
              <a:ext cx="158410" cy="72913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7780803" y="4204028"/>
              <a:ext cx="78740" cy="1224280"/>
            </a:xfrm>
            <a:custGeom>
              <a:avLst/>
              <a:gdLst/>
              <a:ahLst/>
              <a:cxnLst/>
              <a:rect l="l" t="t" r="r" b="b"/>
              <a:pathLst>
                <a:path w="78740" h="1224279">
                  <a:moveTo>
                    <a:pt x="0" y="0"/>
                  </a:moveTo>
                  <a:lnTo>
                    <a:pt x="19049" y="19500"/>
                  </a:lnTo>
                  <a:lnTo>
                    <a:pt x="24090" y="25445"/>
                  </a:lnTo>
                  <a:lnTo>
                    <a:pt x="28942" y="31555"/>
                  </a:lnTo>
                  <a:lnTo>
                    <a:pt x="31356" y="34595"/>
                  </a:lnTo>
                  <a:lnTo>
                    <a:pt x="33578" y="37803"/>
                  </a:lnTo>
                  <a:lnTo>
                    <a:pt x="38018" y="44214"/>
                  </a:lnTo>
                  <a:lnTo>
                    <a:pt x="42241" y="50769"/>
                  </a:lnTo>
                  <a:lnTo>
                    <a:pt x="44360" y="54058"/>
                  </a:lnTo>
                  <a:lnTo>
                    <a:pt x="46242" y="57441"/>
                  </a:lnTo>
                  <a:lnTo>
                    <a:pt x="50033" y="64256"/>
                  </a:lnTo>
                  <a:lnTo>
                    <a:pt x="62883" y="92636"/>
                  </a:lnTo>
                  <a:lnTo>
                    <a:pt x="64322" y="96279"/>
                  </a:lnTo>
                  <a:lnTo>
                    <a:pt x="65504" y="99964"/>
                  </a:lnTo>
                  <a:lnTo>
                    <a:pt x="67887" y="107386"/>
                  </a:lnTo>
                  <a:lnTo>
                    <a:pt x="70030" y="114885"/>
                  </a:lnTo>
                  <a:lnTo>
                    <a:pt x="71102" y="118633"/>
                  </a:lnTo>
                  <a:lnTo>
                    <a:pt x="71927" y="122432"/>
                  </a:lnTo>
                  <a:lnTo>
                    <a:pt x="73583" y="130053"/>
                  </a:lnTo>
                  <a:lnTo>
                    <a:pt x="74966" y="137726"/>
                  </a:lnTo>
                  <a:lnTo>
                    <a:pt x="75663" y="141590"/>
                  </a:lnTo>
                  <a:lnTo>
                    <a:pt x="78159" y="176511"/>
                  </a:lnTo>
                  <a:lnTo>
                    <a:pt x="78159" y="1224261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3001" y="5430482"/>
              <a:ext cx="245280" cy="245266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3858448" y="5666414"/>
              <a:ext cx="3762375" cy="0"/>
            </a:xfrm>
            <a:custGeom>
              <a:avLst/>
              <a:gdLst/>
              <a:ahLst/>
              <a:cxnLst/>
              <a:rect l="l" t="t" r="r" b="b"/>
              <a:pathLst>
                <a:path w="3762375" h="0">
                  <a:moveTo>
                    <a:pt x="3762375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10990" y="5430483"/>
              <a:ext cx="222059" cy="242975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3620323" y="4380539"/>
              <a:ext cx="0" cy="1048385"/>
            </a:xfrm>
            <a:custGeom>
              <a:avLst/>
              <a:gdLst/>
              <a:ahLst/>
              <a:cxnLst/>
              <a:rect l="l" t="t" r="r" b="b"/>
              <a:pathLst>
                <a:path w="0" h="1048385">
                  <a:moveTo>
                    <a:pt x="0" y="1047765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10989" y="4133080"/>
              <a:ext cx="245295" cy="245295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8240786" y="4142414"/>
              <a:ext cx="4238625" cy="1524000"/>
            </a:xfrm>
            <a:custGeom>
              <a:avLst/>
              <a:gdLst/>
              <a:ahLst/>
              <a:cxnLst/>
              <a:rect l="l" t="t" r="r" b="b"/>
              <a:pathLst>
                <a:path w="4238625" h="1524000">
                  <a:moveTo>
                    <a:pt x="4000500" y="1524000"/>
                  </a:moveTo>
                  <a:lnTo>
                    <a:pt x="238125" y="1524000"/>
                  </a:lnTo>
                  <a:lnTo>
                    <a:pt x="191668" y="1519430"/>
                  </a:lnTo>
                  <a:lnTo>
                    <a:pt x="146988" y="1505900"/>
                  </a:lnTo>
                  <a:lnTo>
                    <a:pt x="105821" y="1483885"/>
                  </a:lnTo>
                  <a:lnTo>
                    <a:pt x="69740" y="1454263"/>
                  </a:lnTo>
                  <a:lnTo>
                    <a:pt x="40115" y="1418179"/>
                  </a:lnTo>
                  <a:lnTo>
                    <a:pt x="18099" y="1377012"/>
                  </a:lnTo>
                  <a:lnTo>
                    <a:pt x="4569" y="1332330"/>
                  </a:lnTo>
                  <a:lnTo>
                    <a:pt x="0" y="1285875"/>
                  </a:lnTo>
                  <a:lnTo>
                    <a:pt x="0" y="238125"/>
                  </a:lnTo>
                  <a:lnTo>
                    <a:pt x="4575" y="191669"/>
                  </a:lnTo>
                  <a:lnTo>
                    <a:pt x="18110" y="146992"/>
                  </a:lnTo>
                  <a:lnTo>
                    <a:pt x="40116" y="105820"/>
                  </a:lnTo>
                  <a:lnTo>
                    <a:pt x="69753" y="69753"/>
                  </a:lnTo>
                  <a:lnTo>
                    <a:pt x="105833" y="40137"/>
                  </a:lnTo>
                  <a:lnTo>
                    <a:pt x="146998" y="18125"/>
                  </a:lnTo>
                  <a:lnTo>
                    <a:pt x="191667" y="4570"/>
                  </a:lnTo>
                  <a:lnTo>
                    <a:pt x="238125" y="0"/>
                  </a:lnTo>
                  <a:lnTo>
                    <a:pt x="4000500" y="0"/>
                  </a:lnTo>
                  <a:lnTo>
                    <a:pt x="4046954" y="4572"/>
                  </a:lnTo>
                  <a:lnTo>
                    <a:pt x="4091620" y="18141"/>
                  </a:lnTo>
                  <a:lnTo>
                    <a:pt x="4132785" y="40143"/>
                  </a:lnTo>
                  <a:lnTo>
                    <a:pt x="4168866" y="69763"/>
                  </a:lnTo>
                  <a:lnTo>
                    <a:pt x="4198499" y="105828"/>
                  </a:lnTo>
                  <a:lnTo>
                    <a:pt x="4220475" y="147008"/>
                  </a:lnTo>
                  <a:lnTo>
                    <a:pt x="4234034" y="191673"/>
                  </a:lnTo>
                  <a:lnTo>
                    <a:pt x="4238609" y="238125"/>
                  </a:lnTo>
                  <a:lnTo>
                    <a:pt x="4238610" y="1285875"/>
                  </a:lnTo>
                  <a:lnTo>
                    <a:pt x="4238433" y="1297594"/>
                  </a:lnTo>
                  <a:lnTo>
                    <a:pt x="4231575" y="1343784"/>
                  </a:lnTo>
                  <a:lnTo>
                    <a:pt x="4215831" y="1387772"/>
                  </a:lnTo>
                  <a:lnTo>
                    <a:pt x="4191831" y="1427800"/>
                  </a:lnTo>
                  <a:lnTo>
                    <a:pt x="4160459" y="1462408"/>
                  </a:lnTo>
                  <a:lnTo>
                    <a:pt x="4122946" y="1490219"/>
                  </a:lnTo>
                  <a:lnTo>
                    <a:pt x="4080718" y="1510184"/>
                  </a:lnTo>
                  <a:lnTo>
                    <a:pt x="4035437" y="1521516"/>
                  </a:lnTo>
                  <a:lnTo>
                    <a:pt x="4000500" y="15240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8478911" y="4142414"/>
              <a:ext cx="3762375" cy="0"/>
            </a:xfrm>
            <a:custGeom>
              <a:avLst/>
              <a:gdLst/>
              <a:ahLst/>
              <a:cxnLst/>
              <a:rect l="l" t="t" r="r" b="b"/>
              <a:pathLst>
                <a:path w="3762375" h="0">
                  <a:moveTo>
                    <a:pt x="0" y="0"/>
                  </a:moveTo>
                  <a:lnTo>
                    <a:pt x="3762375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243465" y="4133081"/>
              <a:ext cx="238428" cy="199102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12479396" y="4380539"/>
              <a:ext cx="0" cy="1047750"/>
            </a:xfrm>
            <a:custGeom>
              <a:avLst/>
              <a:gdLst/>
              <a:ahLst/>
              <a:cxnLst/>
              <a:rect l="l" t="t" r="r" b="b"/>
              <a:pathLst>
                <a:path w="0" h="1047750">
                  <a:moveTo>
                    <a:pt x="0" y="0"/>
                  </a:moveTo>
                  <a:lnTo>
                    <a:pt x="0" y="1047749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243465" y="5476674"/>
              <a:ext cx="238421" cy="199074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8478911" y="5666414"/>
              <a:ext cx="3762375" cy="0"/>
            </a:xfrm>
            <a:custGeom>
              <a:avLst/>
              <a:gdLst/>
              <a:ahLst/>
              <a:cxnLst/>
              <a:rect l="l" t="t" r="r" b="b"/>
              <a:pathLst>
                <a:path w="3762375" h="0">
                  <a:moveTo>
                    <a:pt x="3762375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31454" y="5430483"/>
              <a:ext cx="245263" cy="245264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8240786" y="4380539"/>
              <a:ext cx="0" cy="1048385"/>
            </a:xfrm>
            <a:custGeom>
              <a:avLst/>
              <a:gdLst/>
              <a:ahLst/>
              <a:cxnLst/>
              <a:rect l="l" t="t" r="r" b="b"/>
              <a:pathLst>
                <a:path w="0" h="1048385">
                  <a:moveTo>
                    <a:pt x="0" y="1047765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31452" y="4133082"/>
              <a:ext cx="245265" cy="245294"/>
            </a:xfrm>
            <a:prstGeom prst="rect">
              <a:avLst/>
            </a:prstGeom>
          </p:spPr>
        </p:pic>
      </p:grpSp>
      <p:sp>
        <p:nvSpPr>
          <p:cNvPr id="29" name="object 29" descr=""/>
          <p:cNvSpPr txBox="1"/>
          <p:nvPr/>
        </p:nvSpPr>
        <p:spPr>
          <a:xfrm>
            <a:off x="8612042" y="5957280"/>
            <a:ext cx="3648710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5730" marR="5080" indent="-113664">
              <a:lnSpc>
                <a:spcPct val="125000"/>
              </a:lnSpc>
              <a:spcBef>
                <a:spcPts val="100"/>
              </a:spcBef>
            </a:pPr>
            <a:r>
              <a:rPr dirty="0" sz="1350" spc="140">
                <a:solidFill>
                  <a:srgbClr val="FFFFFF"/>
                </a:solidFill>
                <a:latin typeface="Arial Black"/>
                <a:cs typeface="Arial Black"/>
              </a:rPr>
              <a:t>of</a:t>
            </a:r>
            <a:r>
              <a:rPr dirty="0" sz="1350" spc="40">
                <a:solidFill>
                  <a:srgbClr val="FFFFFF"/>
                </a:solidFill>
                <a:latin typeface="Arial Black"/>
                <a:cs typeface="Arial Black"/>
              </a:rPr>
              <a:t>  </a:t>
            </a:r>
            <a:r>
              <a:rPr dirty="0" sz="1350" spc="70">
                <a:solidFill>
                  <a:srgbClr val="FFFFFF"/>
                </a:solidFill>
                <a:latin typeface="Arial Black"/>
                <a:cs typeface="Arial Black"/>
              </a:rPr>
              <a:t>students</a:t>
            </a:r>
            <a:r>
              <a:rPr dirty="0" sz="1350" spc="40">
                <a:solidFill>
                  <a:srgbClr val="FFFFFF"/>
                </a:solidFill>
                <a:latin typeface="Arial Black"/>
                <a:cs typeface="Arial Black"/>
              </a:rPr>
              <a:t>  </a:t>
            </a:r>
            <a:r>
              <a:rPr dirty="0" sz="1350" spc="55">
                <a:solidFill>
                  <a:srgbClr val="FFFFFF"/>
                </a:solidFill>
                <a:latin typeface="Lucida Console"/>
                <a:cs typeface="Lucida Console"/>
              </a:rPr>
              <a:t>rely</a:t>
            </a:r>
            <a:r>
              <a:rPr dirty="0" sz="1350" spc="170">
                <a:solidFill>
                  <a:srgbClr val="FFFFFF"/>
                </a:solidFill>
                <a:latin typeface="Lucida Console"/>
                <a:cs typeface="Lucida Console"/>
              </a:rPr>
              <a:t> </a:t>
            </a:r>
            <a:r>
              <a:rPr dirty="0" sz="1350" spc="60">
                <a:solidFill>
                  <a:srgbClr val="FFFFFF"/>
                </a:solidFill>
                <a:latin typeface="Lucida Console"/>
                <a:cs typeface="Lucida Console"/>
              </a:rPr>
              <a:t>solely</a:t>
            </a:r>
            <a:r>
              <a:rPr dirty="0" sz="1350" spc="170">
                <a:solidFill>
                  <a:srgbClr val="FFFFFF"/>
                </a:solidFill>
                <a:latin typeface="Lucida Console"/>
                <a:cs typeface="Lucida Console"/>
              </a:rPr>
              <a:t> </a:t>
            </a:r>
            <a:r>
              <a:rPr dirty="0" sz="1350">
                <a:solidFill>
                  <a:srgbClr val="FFFFFF"/>
                </a:solidFill>
                <a:latin typeface="Lucida Console"/>
                <a:cs typeface="Lucida Console"/>
              </a:rPr>
              <a:t>on</a:t>
            </a:r>
            <a:r>
              <a:rPr dirty="0" sz="1350" spc="170">
                <a:solidFill>
                  <a:srgbClr val="FFFFFF"/>
                </a:solidFill>
                <a:latin typeface="Lucida Console"/>
                <a:cs typeface="Lucida Console"/>
              </a:rPr>
              <a:t> </a:t>
            </a:r>
            <a:r>
              <a:rPr dirty="0" sz="1350" spc="50">
                <a:solidFill>
                  <a:srgbClr val="FFFFFF"/>
                </a:solidFill>
                <a:latin typeface="Lucida Console"/>
                <a:cs typeface="Lucida Console"/>
              </a:rPr>
              <a:t>notes </a:t>
            </a:r>
            <a:r>
              <a:rPr dirty="0" sz="1350">
                <a:solidFill>
                  <a:srgbClr val="FFFFFF"/>
                </a:solidFill>
                <a:latin typeface="Lucida Console"/>
                <a:cs typeface="Lucida Console"/>
              </a:rPr>
              <a:t>or</a:t>
            </a:r>
            <a:r>
              <a:rPr dirty="0" sz="1350" spc="175">
                <a:solidFill>
                  <a:srgbClr val="FFFFFF"/>
                </a:solidFill>
                <a:latin typeface="Lucida Console"/>
                <a:cs typeface="Lucida Console"/>
              </a:rPr>
              <a:t> </a:t>
            </a:r>
            <a:r>
              <a:rPr dirty="0" sz="1350" spc="60">
                <a:solidFill>
                  <a:srgbClr val="FFFFFF"/>
                </a:solidFill>
                <a:latin typeface="Lucida Console"/>
                <a:cs typeface="Lucida Console"/>
              </a:rPr>
              <a:t>YouTube</a:t>
            </a:r>
            <a:r>
              <a:rPr dirty="0" sz="1350" spc="180">
                <a:solidFill>
                  <a:srgbClr val="FFFFFF"/>
                </a:solidFill>
                <a:latin typeface="Lucida Console"/>
                <a:cs typeface="Lucida Console"/>
              </a:rPr>
              <a:t> </a:t>
            </a:r>
            <a:r>
              <a:rPr dirty="0" sz="1350" spc="50">
                <a:solidFill>
                  <a:srgbClr val="FFFFFF"/>
                </a:solidFill>
                <a:latin typeface="Lucida Console"/>
                <a:cs typeface="Lucida Console"/>
              </a:rPr>
              <a:t>for</a:t>
            </a:r>
            <a:r>
              <a:rPr dirty="0" sz="1350" spc="180">
                <a:solidFill>
                  <a:srgbClr val="FFFFFF"/>
                </a:solidFill>
                <a:latin typeface="Lucida Console"/>
                <a:cs typeface="Lucida Console"/>
              </a:rPr>
              <a:t> </a:t>
            </a:r>
            <a:r>
              <a:rPr dirty="0" sz="1350" spc="60">
                <a:solidFill>
                  <a:srgbClr val="FFFFFF"/>
                </a:solidFill>
                <a:latin typeface="Lucida Console"/>
                <a:cs typeface="Lucida Console"/>
              </a:rPr>
              <a:t>concept</a:t>
            </a:r>
            <a:r>
              <a:rPr dirty="0" sz="1350" spc="180">
                <a:solidFill>
                  <a:srgbClr val="FFFFFF"/>
                </a:solidFill>
                <a:latin typeface="Lucida Console"/>
                <a:cs typeface="Lucida Console"/>
              </a:rPr>
              <a:t> </a:t>
            </a:r>
            <a:r>
              <a:rPr dirty="0" sz="1350" spc="55">
                <a:solidFill>
                  <a:srgbClr val="FFFFFF"/>
                </a:solidFill>
                <a:latin typeface="Lucida Console"/>
                <a:cs typeface="Lucida Console"/>
              </a:rPr>
              <a:t>learning</a:t>
            </a:r>
            <a:endParaRPr sz="1350">
              <a:latin typeface="Lucida Console"/>
              <a:cs typeface="Lucida Console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3812753" y="5957280"/>
            <a:ext cx="3762375" cy="796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350" spc="60">
                <a:solidFill>
                  <a:srgbClr val="FFFFFF"/>
                </a:solidFill>
                <a:latin typeface="Lucida Console"/>
                <a:cs typeface="Lucida Console"/>
              </a:rPr>
              <a:t>Million</a:t>
            </a:r>
            <a:r>
              <a:rPr dirty="0" sz="1350" spc="180">
                <a:solidFill>
                  <a:srgbClr val="FFFFFF"/>
                </a:solidFill>
                <a:latin typeface="Lucida Console"/>
                <a:cs typeface="Lucida Console"/>
              </a:rPr>
              <a:t> </a:t>
            </a:r>
            <a:r>
              <a:rPr dirty="0" sz="1350" spc="65">
                <a:solidFill>
                  <a:srgbClr val="FFFFFF"/>
                </a:solidFill>
                <a:latin typeface="Lucida Console"/>
                <a:cs typeface="Lucida Console"/>
              </a:rPr>
              <a:t>students</a:t>
            </a:r>
            <a:r>
              <a:rPr dirty="0" sz="1350" spc="180">
                <a:solidFill>
                  <a:srgbClr val="FFFFFF"/>
                </a:solidFill>
                <a:latin typeface="Lucida Console"/>
                <a:cs typeface="Lucida Console"/>
              </a:rPr>
              <a:t> </a:t>
            </a:r>
            <a:r>
              <a:rPr dirty="0" sz="1350">
                <a:solidFill>
                  <a:srgbClr val="FFFFFF"/>
                </a:solidFill>
                <a:latin typeface="Lucida Console"/>
                <a:cs typeface="Lucida Console"/>
              </a:rPr>
              <a:t>in</a:t>
            </a:r>
            <a:r>
              <a:rPr dirty="0" sz="1350" spc="180">
                <a:solidFill>
                  <a:srgbClr val="FFFFFF"/>
                </a:solidFill>
                <a:latin typeface="Lucida Console"/>
                <a:cs typeface="Lucida Console"/>
              </a:rPr>
              <a:t> </a:t>
            </a:r>
            <a:r>
              <a:rPr dirty="0" sz="1350" spc="50">
                <a:solidFill>
                  <a:srgbClr val="FFFFFF"/>
                </a:solidFill>
                <a:latin typeface="Lucida Console"/>
                <a:cs typeface="Lucida Console"/>
              </a:rPr>
              <a:t>India </a:t>
            </a:r>
            <a:r>
              <a:rPr dirty="0" sz="1350" spc="65">
                <a:solidFill>
                  <a:srgbClr val="FFFFFF"/>
                </a:solidFill>
                <a:latin typeface="Lucida Console"/>
                <a:cs typeface="Lucida Console"/>
              </a:rPr>
              <a:t>struggle</a:t>
            </a:r>
            <a:r>
              <a:rPr dirty="0" sz="1350" spc="170">
                <a:solidFill>
                  <a:srgbClr val="FFFFFF"/>
                </a:solidFill>
                <a:latin typeface="Lucida Console"/>
                <a:cs typeface="Lucida Console"/>
              </a:rPr>
              <a:t> </a:t>
            </a:r>
            <a:r>
              <a:rPr dirty="0" sz="1350" spc="55">
                <a:solidFill>
                  <a:srgbClr val="FFFFFF"/>
                </a:solidFill>
                <a:latin typeface="Lucida Console"/>
                <a:cs typeface="Lucida Console"/>
              </a:rPr>
              <a:t>with</a:t>
            </a:r>
            <a:r>
              <a:rPr dirty="0" sz="1350" spc="170">
                <a:solidFill>
                  <a:srgbClr val="FFFFFF"/>
                </a:solidFill>
                <a:latin typeface="Lucida Console"/>
                <a:cs typeface="Lucida Console"/>
              </a:rPr>
              <a:t> </a:t>
            </a:r>
            <a:r>
              <a:rPr dirty="0" sz="1350" spc="70">
                <a:solidFill>
                  <a:srgbClr val="FFFFFF"/>
                </a:solidFill>
                <a:latin typeface="Lucida Console"/>
                <a:cs typeface="Lucida Console"/>
              </a:rPr>
              <a:t>visualization-</a:t>
            </a:r>
            <a:r>
              <a:rPr dirty="0" sz="1350" spc="50">
                <a:solidFill>
                  <a:srgbClr val="FFFFFF"/>
                </a:solidFill>
                <a:latin typeface="Lucida Console"/>
                <a:cs typeface="Lucida Console"/>
              </a:rPr>
              <a:t>based</a:t>
            </a:r>
            <a:endParaRPr sz="1350">
              <a:latin typeface="Lucida Console"/>
              <a:cs typeface="Lucida Console"/>
            </a:endParaRPr>
          </a:p>
          <a:p>
            <a:pPr algn="ctr" marL="113030">
              <a:lnSpc>
                <a:spcPct val="100000"/>
              </a:lnSpc>
              <a:spcBef>
                <a:spcPts val="405"/>
              </a:spcBef>
            </a:pPr>
            <a:r>
              <a:rPr dirty="0" sz="1350" spc="55">
                <a:solidFill>
                  <a:srgbClr val="FFFFFF"/>
                </a:solidFill>
                <a:latin typeface="Lucida Console"/>
                <a:cs typeface="Lucida Console"/>
              </a:rPr>
              <a:t>learning</a:t>
            </a:r>
            <a:endParaRPr sz="1350">
              <a:latin typeface="Lucida Console"/>
              <a:cs typeface="Lucida Console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5404571" y="4105597"/>
            <a:ext cx="6045200" cy="14947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3901440" algn="l"/>
              </a:tabLst>
            </a:pPr>
            <a:r>
              <a:rPr dirty="0" sz="9600" spc="-5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r>
              <a:rPr dirty="0" sz="960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9600" spc="-880">
                <a:solidFill>
                  <a:srgbClr val="FFFFFF"/>
                </a:solidFill>
                <a:latin typeface="Arial MT"/>
                <a:cs typeface="Arial MT"/>
              </a:rPr>
              <a:t>78%</a:t>
            </a:r>
            <a:endParaRPr sz="9600">
              <a:latin typeface="Arial MT"/>
              <a:cs typeface="Arial MT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12900888" y="4132889"/>
            <a:ext cx="4258310" cy="1543050"/>
            <a:chOff x="12900888" y="4132889"/>
            <a:chExt cx="4258310" cy="1543050"/>
          </a:xfrm>
        </p:grpSpPr>
        <p:sp>
          <p:nvSpPr>
            <p:cNvPr id="33" name="object 33" descr=""/>
            <p:cNvSpPr/>
            <p:nvPr/>
          </p:nvSpPr>
          <p:spPr>
            <a:xfrm>
              <a:off x="12910413" y="4142414"/>
              <a:ext cx="4239260" cy="1524000"/>
            </a:xfrm>
            <a:custGeom>
              <a:avLst/>
              <a:gdLst/>
              <a:ahLst/>
              <a:cxnLst/>
              <a:rect l="l" t="t" r="r" b="b"/>
              <a:pathLst>
                <a:path w="4239259" h="1524000">
                  <a:moveTo>
                    <a:pt x="4000500" y="1523999"/>
                  </a:moveTo>
                  <a:lnTo>
                    <a:pt x="238125" y="1523999"/>
                  </a:lnTo>
                  <a:lnTo>
                    <a:pt x="191669" y="1519424"/>
                  </a:lnTo>
                  <a:lnTo>
                    <a:pt x="146992" y="1505889"/>
                  </a:lnTo>
                  <a:lnTo>
                    <a:pt x="105821" y="1483884"/>
                  </a:lnTo>
                  <a:lnTo>
                    <a:pt x="69740" y="1454263"/>
                  </a:lnTo>
                  <a:lnTo>
                    <a:pt x="40136" y="1418164"/>
                  </a:lnTo>
                  <a:lnTo>
                    <a:pt x="18125" y="1377001"/>
                  </a:lnTo>
                  <a:lnTo>
                    <a:pt x="4569" y="1332329"/>
                  </a:lnTo>
                  <a:lnTo>
                    <a:pt x="0" y="1285875"/>
                  </a:lnTo>
                  <a:lnTo>
                    <a:pt x="0" y="238125"/>
                  </a:lnTo>
                  <a:lnTo>
                    <a:pt x="4575" y="191668"/>
                  </a:lnTo>
                  <a:lnTo>
                    <a:pt x="18136" y="147002"/>
                  </a:lnTo>
                  <a:lnTo>
                    <a:pt x="40137" y="105833"/>
                  </a:lnTo>
                  <a:lnTo>
                    <a:pt x="69753" y="69752"/>
                  </a:lnTo>
                  <a:lnTo>
                    <a:pt x="105833" y="40137"/>
                  </a:lnTo>
                  <a:lnTo>
                    <a:pt x="147003" y="18136"/>
                  </a:lnTo>
                  <a:lnTo>
                    <a:pt x="191669" y="4576"/>
                  </a:lnTo>
                  <a:lnTo>
                    <a:pt x="238125" y="0"/>
                  </a:lnTo>
                  <a:lnTo>
                    <a:pt x="4000500" y="0"/>
                  </a:lnTo>
                  <a:lnTo>
                    <a:pt x="4012203" y="191"/>
                  </a:lnTo>
                  <a:lnTo>
                    <a:pt x="4058395" y="7046"/>
                  </a:lnTo>
                  <a:lnTo>
                    <a:pt x="4102374" y="22787"/>
                  </a:lnTo>
                  <a:lnTo>
                    <a:pt x="4142432" y="46801"/>
                  </a:lnTo>
                  <a:lnTo>
                    <a:pt x="4177026" y="78159"/>
                  </a:lnTo>
                  <a:lnTo>
                    <a:pt x="4204841" y="115671"/>
                  </a:lnTo>
                  <a:lnTo>
                    <a:pt x="4224803" y="157893"/>
                  </a:lnTo>
                  <a:lnTo>
                    <a:pt x="4236144" y="203204"/>
                  </a:lnTo>
                  <a:lnTo>
                    <a:pt x="4238640" y="1285875"/>
                  </a:lnTo>
                  <a:lnTo>
                    <a:pt x="4238433" y="1297592"/>
                  </a:lnTo>
                  <a:lnTo>
                    <a:pt x="4231576" y="1343781"/>
                  </a:lnTo>
                  <a:lnTo>
                    <a:pt x="4215837" y="1387759"/>
                  </a:lnTo>
                  <a:lnTo>
                    <a:pt x="4191831" y="1427799"/>
                  </a:lnTo>
                  <a:lnTo>
                    <a:pt x="4160466" y="1462401"/>
                  </a:lnTo>
                  <a:lnTo>
                    <a:pt x="4122949" y="1490216"/>
                  </a:lnTo>
                  <a:lnTo>
                    <a:pt x="4080741" y="1510175"/>
                  </a:lnTo>
                  <a:lnTo>
                    <a:pt x="4035437" y="1521516"/>
                  </a:lnTo>
                  <a:lnTo>
                    <a:pt x="4000500" y="152399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3148538" y="4142414"/>
              <a:ext cx="3762375" cy="0"/>
            </a:xfrm>
            <a:custGeom>
              <a:avLst/>
              <a:gdLst/>
              <a:ahLst/>
              <a:cxnLst/>
              <a:rect l="l" t="t" r="r" b="b"/>
              <a:pathLst>
                <a:path w="3762375" h="0">
                  <a:moveTo>
                    <a:pt x="0" y="0"/>
                  </a:moveTo>
                  <a:lnTo>
                    <a:pt x="3762375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913091" y="4133081"/>
              <a:ext cx="158410" cy="72913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17070894" y="4204028"/>
              <a:ext cx="78740" cy="1224280"/>
            </a:xfrm>
            <a:custGeom>
              <a:avLst/>
              <a:gdLst/>
              <a:ahLst/>
              <a:cxnLst/>
              <a:rect l="l" t="t" r="r" b="b"/>
              <a:pathLst>
                <a:path w="78740" h="1224279">
                  <a:moveTo>
                    <a:pt x="0" y="0"/>
                  </a:moveTo>
                  <a:lnTo>
                    <a:pt x="2792" y="2714"/>
                  </a:lnTo>
                  <a:lnTo>
                    <a:pt x="8384" y="8148"/>
                  </a:lnTo>
                  <a:lnTo>
                    <a:pt x="13819" y="13741"/>
                  </a:lnTo>
                  <a:lnTo>
                    <a:pt x="38018" y="44214"/>
                  </a:lnTo>
                  <a:lnTo>
                    <a:pt x="56919" y="78231"/>
                  </a:lnTo>
                  <a:lnTo>
                    <a:pt x="62883" y="92636"/>
                  </a:lnTo>
                  <a:lnTo>
                    <a:pt x="64322" y="96279"/>
                  </a:lnTo>
                  <a:lnTo>
                    <a:pt x="65504" y="99964"/>
                  </a:lnTo>
                  <a:lnTo>
                    <a:pt x="67887" y="107387"/>
                  </a:lnTo>
                  <a:lnTo>
                    <a:pt x="70030" y="114885"/>
                  </a:lnTo>
                  <a:lnTo>
                    <a:pt x="71102" y="118633"/>
                  </a:lnTo>
                  <a:lnTo>
                    <a:pt x="71927" y="122432"/>
                  </a:lnTo>
                  <a:lnTo>
                    <a:pt x="73583" y="130053"/>
                  </a:lnTo>
                  <a:lnTo>
                    <a:pt x="74966" y="137726"/>
                  </a:lnTo>
                  <a:lnTo>
                    <a:pt x="75663" y="141590"/>
                  </a:lnTo>
                  <a:lnTo>
                    <a:pt x="76110" y="145423"/>
                  </a:lnTo>
                  <a:lnTo>
                    <a:pt x="77015" y="153170"/>
                  </a:lnTo>
                  <a:lnTo>
                    <a:pt x="77641" y="160942"/>
                  </a:lnTo>
                  <a:lnTo>
                    <a:pt x="77954" y="164823"/>
                  </a:lnTo>
                  <a:lnTo>
                    <a:pt x="78022" y="168714"/>
                  </a:lnTo>
                  <a:lnTo>
                    <a:pt x="78159" y="176511"/>
                  </a:lnTo>
                  <a:lnTo>
                    <a:pt x="78159" y="1224261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913091" y="5430482"/>
              <a:ext cx="245280" cy="245266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13148538" y="5666414"/>
              <a:ext cx="3762375" cy="0"/>
            </a:xfrm>
            <a:custGeom>
              <a:avLst/>
              <a:gdLst/>
              <a:ahLst/>
              <a:cxnLst/>
              <a:rect l="l" t="t" r="r" b="b"/>
              <a:pathLst>
                <a:path w="3762375" h="0">
                  <a:moveTo>
                    <a:pt x="3762375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901081" y="5430483"/>
              <a:ext cx="222059" cy="242975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12910413" y="4380539"/>
              <a:ext cx="0" cy="1048385"/>
            </a:xfrm>
            <a:custGeom>
              <a:avLst/>
              <a:gdLst/>
              <a:ahLst/>
              <a:cxnLst/>
              <a:rect l="l" t="t" r="r" b="b"/>
              <a:pathLst>
                <a:path w="0" h="1048385">
                  <a:moveTo>
                    <a:pt x="0" y="1047765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901079" y="4133080"/>
              <a:ext cx="245295" cy="245295"/>
            </a:xfrm>
            <a:prstGeom prst="rect">
              <a:avLst/>
            </a:prstGeom>
          </p:spPr>
        </p:pic>
      </p:grpSp>
      <p:sp>
        <p:nvSpPr>
          <p:cNvPr id="42" name="object 42" descr=""/>
          <p:cNvSpPr txBox="1"/>
          <p:nvPr/>
        </p:nvSpPr>
        <p:spPr>
          <a:xfrm>
            <a:off x="14448945" y="4105597"/>
            <a:ext cx="1184910" cy="14947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9600" spc="-840">
                <a:solidFill>
                  <a:srgbClr val="FFFFFF"/>
                </a:solidFill>
                <a:latin typeface="Arial MT"/>
                <a:cs typeface="Arial MT"/>
              </a:rPr>
              <a:t>10</a:t>
            </a:r>
            <a:endParaRPr sz="9600">
              <a:latin typeface="Arial MT"/>
              <a:cs typeface="Arial MT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690013" y="1036124"/>
            <a:ext cx="1590675" cy="1113790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marL="12700" marR="5080">
              <a:lnSpc>
                <a:spcPct val="78100"/>
              </a:lnSpc>
              <a:spcBef>
                <a:spcPts val="1165"/>
              </a:spcBef>
            </a:pPr>
            <a:r>
              <a:rPr dirty="0" sz="4000" spc="-675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4000" spc="-24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4000" spc="-229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dirty="0" sz="4000" spc="-24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dirty="0" sz="4000" spc="-235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4000" spc="-155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dirty="0" sz="4000" spc="-3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204">
                <a:solidFill>
                  <a:srgbClr val="FFFFFF"/>
                </a:solidFill>
                <a:latin typeface="Lucida Sans Unicode"/>
                <a:cs typeface="Lucida Sans Unicode"/>
              </a:rPr>
              <a:t>Stream</a:t>
            </a:r>
            <a:endParaRPr sz="4000">
              <a:latin typeface="Lucida Sans Unicode"/>
              <a:cs typeface="Lucida Sans Unicode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205394" y="7270028"/>
            <a:ext cx="2061845" cy="2804160"/>
            <a:chOff x="205394" y="7270028"/>
            <a:chExt cx="2061845" cy="2804160"/>
          </a:xfrm>
        </p:grpSpPr>
        <p:pic>
          <p:nvPicPr>
            <p:cNvPr id="45" name="object 4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85833" y="7270028"/>
              <a:ext cx="1581149" cy="1581149"/>
            </a:xfrm>
            <a:prstGeom prst="rect">
              <a:avLst/>
            </a:prstGeom>
          </p:spPr>
        </p:pic>
        <p:pic>
          <p:nvPicPr>
            <p:cNvPr id="46" name="object 46" descr="">
              <a:hlinkClick r:id="rId15"/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05394" y="9606975"/>
              <a:ext cx="771524" cy="46670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607531" y="945566"/>
            <a:ext cx="11732895" cy="1758950"/>
          </a:xfrm>
          <a:prstGeom prst="rect">
            <a:avLst/>
          </a:prstGeom>
        </p:spPr>
        <p:txBody>
          <a:bodyPr wrap="square" lIns="0" tIns="297180" rIns="0" bIns="0" rtlCol="0" vert="horz">
            <a:spAutoFit/>
          </a:bodyPr>
          <a:lstStyle/>
          <a:p>
            <a:pPr marL="12700" marR="5080">
              <a:lnSpc>
                <a:spcPct val="72000"/>
              </a:lnSpc>
              <a:spcBef>
                <a:spcPts val="2340"/>
              </a:spcBef>
            </a:pPr>
            <a:r>
              <a:rPr dirty="0" sz="6600" spc="-940" i="1">
                <a:solidFill>
                  <a:srgbClr val="FFFFFF"/>
                </a:solidFill>
                <a:latin typeface="Verdana"/>
                <a:cs typeface="Verdana"/>
              </a:rPr>
              <a:t>From</a:t>
            </a:r>
            <a:r>
              <a:rPr dirty="0" sz="6600" spc="-76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6600" spc="-600" i="1">
                <a:solidFill>
                  <a:srgbClr val="FFFFFF"/>
                </a:solidFill>
                <a:latin typeface="Verdana"/>
                <a:cs typeface="Verdana"/>
              </a:rPr>
              <a:t>form</a:t>
            </a:r>
            <a:r>
              <a:rPr dirty="0" sz="6600" spc="-600" i="1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dirty="0" sz="6600" spc="-600" i="1">
                <a:solidFill>
                  <a:srgbClr val="FFFFFF"/>
                </a:solidFill>
                <a:latin typeface="Verdana"/>
                <a:cs typeface="Verdana"/>
              </a:rPr>
              <a:t>las</a:t>
            </a:r>
            <a:r>
              <a:rPr dirty="0" sz="6600" spc="-76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6600" spc="-420" i="1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dirty="0" sz="6600" spc="-76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6600" spc="-375" i="1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dirty="0" sz="6600" spc="-375" i="1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dirty="0" sz="6600" spc="-375" i="1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6600" spc="-375" i="1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dirty="0" sz="6600" spc="-375" i="1">
                <a:solidFill>
                  <a:srgbClr val="FFFFFF"/>
                </a:solidFill>
                <a:latin typeface="Verdana"/>
                <a:cs typeface="Verdana"/>
              </a:rPr>
              <a:t>re</a:t>
            </a:r>
            <a:r>
              <a:rPr dirty="0" sz="6600" spc="-76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6600" i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6600" spc="-28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6600" spc="-535" i="1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dirty="0" sz="6600" spc="-535" i="1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6600" spc="-76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6600" spc="-470" i="1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6600" spc="-470" i="1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dirty="0" sz="6600" spc="-470" i="1">
                <a:solidFill>
                  <a:srgbClr val="FFFFFF"/>
                </a:solidFill>
                <a:latin typeface="Verdana"/>
                <a:cs typeface="Verdana"/>
              </a:rPr>
              <a:t>rn </a:t>
            </a:r>
            <a:r>
              <a:rPr dirty="0" sz="6600" spc="-525" i="1">
                <a:solidFill>
                  <a:srgbClr val="FFFFFF"/>
                </a:solidFill>
                <a:latin typeface="Verdana"/>
                <a:cs typeface="Verdana"/>
              </a:rPr>
              <a:t>comple</a:t>
            </a:r>
            <a:r>
              <a:rPr dirty="0" sz="6600" spc="-525" i="1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dirty="0" sz="6600" spc="-525" i="1">
                <a:solidFill>
                  <a:srgbClr val="FFFFFF"/>
                </a:solidFill>
                <a:latin typeface="Verdana"/>
                <a:cs typeface="Verdana"/>
              </a:rPr>
              <a:t>it</a:t>
            </a:r>
            <a:r>
              <a:rPr dirty="0" sz="6600" spc="-525" i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6600" spc="-254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6600" spc="-550" i="1">
                <a:solidFill>
                  <a:srgbClr val="FFFFFF"/>
                </a:solidFill>
                <a:latin typeface="Verdana"/>
                <a:cs typeface="Verdana"/>
              </a:rPr>
              <a:t>into</a:t>
            </a:r>
            <a:r>
              <a:rPr dirty="0" sz="6600" spc="-74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6600" spc="-350" i="1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dirty="0" sz="6600" spc="-385" i="1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dirty="0" sz="6600" spc="-365" i="1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6600" spc="-375" i="1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6600" spc="-385" i="1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6600" spc="-355" i="1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6600" spc="-760" i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6600" spc="-950" i="1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dirty="0" sz="6600" spc="-225" i="1">
                <a:solidFill>
                  <a:srgbClr val="FFFFFF"/>
                </a:solidFill>
                <a:latin typeface="Arial"/>
                <a:cs typeface="Arial"/>
              </a:rPr>
              <a:t>"</a:t>
            </a:r>
            <a:endParaRPr sz="6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0013" y="1036124"/>
            <a:ext cx="1590675" cy="1113790"/>
          </a:xfrm>
          <a:prstGeom prst="rect"/>
        </p:spPr>
        <p:txBody>
          <a:bodyPr wrap="square" lIns="0" tIns="147955" rIns="0" bIns="0" rtlCol="0" vert="horz">
            <a:spAutoFit/>
          </a:bodyPr>
          <a:lstStyle/>
          <a:p>
            <a:pPr marL="12700" marR="5080">
              <a:lnSpc>
                <a:spcPct val="78100"/>
              </a:lnSpc>
              <a:spcBef>
                <a:spcPts val="1165"/>
              </a:spcBef>
            </a:pPr>
            <a:r>
              <a:rPr dirty="0" sz="4000" spc="-675"/>
              <a:t>T</a:t>
            </a:r>
            <a:r>
              <a:rPr dirty="0" sz="4000" spc="-240"/>
              <a:t>e</a:t>
            </a:r>
            <a:r>
              <a:rPr dirty="0" sz="4000" spc="-229"/>
              <a:t>c</a:t>
            </a:r>
            <a:r>
              <a:rPr dirty="0" sz="4000" spc="-240"/>
              <a:t>h</a:t>
            </a:r>
            <a:r>
              <a:rPr dirty="0" sz="4000" spc="-235"/>
              <a:t>E</a:t>
            </a:r>
            <a:r>
              <a:rPr dirty="0" sz="4000" spc="-155"/>
              <a:t>d</a:t>
            </a:r>
            <a:r>
              <a:rPr dirty="0" sz="4000" spc="-300"/>
              <a:t> </a:t>
            </a:r>
            <a:r>
              <a:rPr dirty="0" sz="4000" spc="-204"/>
              <a:t>Stream</a:t>
            </a:r>
            <a:endParaRPr sz="4000"/>
          </a:p>
        </p:txBody>
      </p:sp>
      <p:grpSp>
        <p:nvGrpSpPr>
          <p:cNvPr id="4" name="object 4" descr=""/>
          <p:cNvGrpSpPr/>
          <p:nvPr/>
        </p:nvGrpSpPr>
        <p:grpSpPr>
          <a:xfrm>
            <a:off x="205394" y="7269998"/>
            <a:ext cx="2061845" cy="2804160"/>
            <a:chOff x="205394" y="7269998"/>
            <a:chExt cx="2061845" cy="280416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33" y="7269998"/>
              <a:ext cx="1581149" cy="1581149"/>
            </a:xfrm>
            <a:prstGeom prst="rect">
              <a:avLst/>
            </a:prstGeom>
          </p:spPr>
        </p:pic>
        <p:pic>
          <p:nvPicPr>
            <p:cNvPr id="6" name="object 6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394" y="9606976"/>
              <a:ext cx="771524" cy="46670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5"/>
            <a:ext cx="18288000" cy="10287000"/>
            <a:chOff x="0" y="5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13049250" y="384892"/>
              <a:ext cx="4857750" cy="9525635"/>
            </a:xfrm>
            <a:custGeom>
              <a:avLst/>
              <a:gdLst/>
              <a:ahLst/>
              <a:cxnLst/>
              <a:rect l="l" t="t" r="r" b="b"/>
              <a:pathLst>
                <a:path w="4857750" h="9525635">
                  <a:moveTo>
                    <a:pt x="485775" y="9525008"/>
                  </a:moveTo>
                  <a:lnTo>
                    <a:pt x="4371975" y="9525009"/>
                  </a:lnTo>
                  <a:lnTo>
                    <a:pt x="4419591" y="9522673"/>
                  </a:lnTo>
                  <a:lnTo>
                    <a:pt x="4466743" y="9515653"/>
                  </a:lnTo>
                  <a:lnTo>
                    <a:pt x="4512987" y="9504081"/>
                  </a:lnTo>
                  <a:lnTo>
                    <a:pt x="4557865" y="9488003"/>
                  </a:lnTo>
                  <a:lnTo>
                    <a:pt x="4600968" y="9467641"/>
                  </a:lnTo>
                  <a:lnTo>
                    <a:pt x="4641861" y="9443139"/>
                  </a:lnTo>
                  <a:lnTo>
                    <a:pt x="4680154" y="9414737"/>
                  </a:lnTo>
                  <a:lnTo>
                    <a:pt x="4715475" y="9382722"/>
                  </a:lnTo>
                  <a:lnTo>
                    <a:pt x="4747495" y="9347406"/>
                  </a:lnTo>
                  <a:lnTo>
                    <a:pt x="4775887" y="9309109"/>
                  </a:lnTo>
                  <a:lnTo>
                    <a:pt x="4800387" y="9268213"/>
                  </a:lnTo>
                  <a:lnTo>
                    <a:pt x="4820773" y="9225125"/>
                  </a:lnTo>
                  <a:lnTo>
                    <a:pt x="4836840" y="9180235"/>
                  </a:lnTo>
                  <a:lnTo>
                    <a:pt x="4848421" y="9133990"/>
                  </a:lnTo>
                  <a:lnTo>
                    <a:pt x="4855418" y="9086841"/>
                  </a:lnTo>
                  <a:lnTo>
                    <a:pt x="4857749" y="9039225"/>
                  </a:lnTo>
                  <a:lnTo>
                    <a:pt x="4857750" y="485775"/>
                  </a:lnTo>
                  <a:lnTo>
                    <a:pt x="4857167" y="461939"/>
                  </a:lnTo>
                  <a:lnTo>
                    <a:pt x="4852500" y="414496"/>
                  </a:lnTo>
                  <a:lnTo>
                    <a:pt x="4843201" y="367739"/>
                  </a:lnTo>
                  <a:lnTo>
                    <a:pt x="4829357" y="322121"/>
                  </a:lnTo>
                  <a:lnTo>
                    <a:pt x="4811109" y="278080"/>
                  </a:lnTo>
                  <a:lnTo>
                    <a:pt x="4788635" y="236038"/>
                  </a:lnTo>
                  <a:lnTo>
                    <a:pt x="4762158" y="196395"/>
                  </a:lnTo>
                  <a:lnTo>
                    <a:pt x="4731915" y="159544"/>
                  </a:lnTo>
                  <a:lnTo>
                    <a:pt x="4698204" y="125837"/>
                  </a:lnTo>
                  <a:lnTo>
                    <a:pt x="4661354" y="95592"/>
                  </a:lnTo>
                  <a:lnTo>
                    <a:pt x="4621716" y="69107"/>
                  </a:lnTo>
                  <a:lnTo>
                    <a:pt x="4579671" y="46638"/>
                  </a:lnTo>
                  <a:lnTo>
                    <a:pt x="4535628" y="28394"/>
                  </a:lnTo>
                  <a:lnTo>
                    <a:pt x="4490010" y="14552"/>
                  </a:lnTo>
                  <a:lnTo>
                    <a:pt x="4443253" y="5254"/>
                  </a:lnTo>
                  <a:lnTo>
                    <a:pt x="4395811" y="580"/>
                  </a:lnTo>
                  <a:lnTo>
                    <a:pt x="4371975" y="0"/>
                  </a:lnTo>
                  <a:lnTo>
                    <a:pt x="485775" y="0"/>
                  </a:lnTo>
                  <a:lnTo>
                    <a:pt x="438159" y="2332"/>
                  </a:lnTo>
                  <a:lnTo>
                    <a:pt x="391001" y="9332"/>
                  </a:lnTo>
                  <a:lnTo>
                    <a:pt x="344764" y="20907"/>
                  </a:lnTo>
                  <a:lnTo>
                    <a:pt x="299873" y="36970"/>
                  </a:lnTo>
                  <a:lnTo>
                    <a:pt x="256780" y="57352"/>
                  </a:lnTo>
                  <a:lnTo>
                    <a:pt x="215892" y="81864"/>
                  </a:lnTo>
                  <a:lnTo>
                    <a:pt x="177599" y="110260"/>
                  </a:lnTo>
                  <a:lnTo>
                    <a:pt x="142281" y="142276"/>
                  </a:lnTo>
                  <a:lnTo>
                    <a:pt x="110260" y="177593"/>
                  </a:lnTo>
                  <a:lnTo>
                    <a:pt x="81868" y="215893"/>
                  </a:lnTo>
                  <a:lnTo>
                    <a:pt x="57360" y="256783"/>
                  </a:lnTo>
                  <a:lnTo>
                    <a:pt x="36972" y="299874"/>
                  </a:lnTo>
                  <a:lnTo>
                    <a:pt x="20909" y="344759"/>
                  </a:lnTo>
                  <a:lnTo>
                    <a:pt x="9326" y="391003"/>
                  </a:lnTo>
                  <a:lnTo>
                    <a:pt x="2331" y="438159"/>
                  </a:lnTo>
                  <a:lnTo>
                    <a:pt x="0" y="485775"/>
                  </a:lnTo>
                  <a:lnTo>
                    <a:pt x="0" y="9039225"/>
                  </a:lnTo>
                  <a:lnTo>
                    <a:pt x="2331" y="9086841"/>
                  </a:lnTo>
                  <a:lnTo>
                    <a:pt x="9328" y="9133990"/>
                  </a:lnTo>
                  <a:lnTo>
                    <a:pt x="20909" y="9180235"/>
                  </a:lnTo>
                  <a:lnTo>
                    <a:pt x="36975" y="9225125"/>
                  </a:lnTo>
                  <a:lnTo>
                    <a:pt x="57362" y="9268214"/>
                  </a:lnTo>
                  <a:lnTo>
                    <a:pt x="81863" y="9309109"/>
                  </a:lnTo>
                  <a:lnTo>
                    <a:pt x="110256" y="9347408"/>
                  </a:lnTo>
                  <a:lnTo>
                    <a:pt x="142276" y="9382723"/>
                  </a:lnTo>
                  <a:lnTo>
                    <a:pt x="177596" y="9414737"/>
                  </a:lnTo>
                  <a:lnTo>
                    <a:pt x="215889" y="9443139"/>
                  </a:lnTo>
                  <a:lnTo>
                    <a:pt x="256782" y="9467644"/>
                  </a:lnTo>
                  <a:lnTo>
                    <a:pt x="299880" y="9488014"/>
                  </a:lnTo>
                  <a:lnTo>
                    <a:pt x="344758" y="9504081"/>
                  </a:lnTo>
                  <a:lnTo>
                    <a:pt x="391004" y="9515653"/>
                  </a:lnTo>
                  <a:lnTo>
                    <a:pt x="438157" y="9522672"/>
                  </a:lnTo>
                  <a:lnTo>
                    <a:pt x="485775" y="9525008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3535025" y="384892"/>
              <a:ext cx="3886200" cy="0"/>
            </a:xfrm>
            <a:custGeom>
              <a:avLst/>
              <a:gdLst/>
              <a:ahLst/>
              <a:cxnLst/>
              <a:rect l="l" t="t" r="r" b="b"/>
              <a:pathLst>
                <a:path w="3886200" h="0">
                  <a:moveTo>
                    <a:pt x="3886200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08840" y="422001"/>
              <a:ext cx="228013" cy="20845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3049250" y="870667"/>
              <a:ext cx="0" cy="8553450"/>
            </a:xfrm>
            <a:custGeom>
              <a:avLst/>
              <a:gdLst/>
              <a:ahLst/>
              <a:cxnLst/>
              <a:rect l="l" t="t" r="r" b="b"/>
              <a:pathLst>
                <a:path w="0" h="8553450">
                  <a:moveTo>
                    <a:pt x="0" y="0"/>
                  </a:moveTo>
                  <a:lnTo>
                    <a:pt x="0" y="855345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08838" y="9664326"/>
              <a:ext cx="206719" cy="197735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3535025" y="9909901"/>
              <a:ext cx="3886200" cy="0"/>
            </a:xfrm>
            <a:custGeom>
              <a:avLst/>
              <a:gdLst/>
              <a:ahLst/>
              <a:cxnLst/>
              <a:rect l="l" t="t" r="r" b="b"/>
              <a:pathLst>
                <a:path w="3886200" h="0">
                  <a:moveTo>
                    <a:pt x="0" y="0"/>
                  </a:moveTo>
                  <a:lnTo>
                    <a:pt x="388620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40693" y="9664326"/>
              <a:ext cx="206716" cy="197732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7907000" y="870667"/>
              <a:ext cx="0" cy="8553450"/>
            </a:xfrm>
            <a:custGeom>
              <a:avLst/>
              <a:gdLst/>
              <a:ahLst/>
              <a:cxnLst/>
              <a:rect l="l" t="t" r="r" b="b"/>
              <a:pathLst>
                <a:path w="0" h="8553450">
                  <a:moveTo>
                    <a:pt x="0" y="855345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40695" y="432721"/>
              <a:ext cx="206715" cy="197733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380390" y="381005"/>
              <a:ext cx="12334875" cy="9525000"/>
            </a:xfrm>
            <a:custGeom>
              <a:avLst/>
              <a:gdLst/>
              <a:ahLst/>
              <a:cxnLst/>
              <a:rect l="l" t="t" r="r" b="b"/>
              <a:pathLst>
                <a:path w="12334875" h="9525000">
                  <a:moveTo>
                    <a:pt x="11620500" y="9524993"/>
                  </a:moveTo>
                  <a:lnTo>
                    <a:pt x="714375" y="9524993"/>
                  </a:lnTo>
                  <a:lnTo>
                    <a:pt x="644353" y="9521565"/>
                  </a:lnTo>
                  <a:lnTo>
                    <a:pt x="575006" y="9511277"/>
                  </a:lnTo>
                  <a:lnTo>
                    <a:pt x="506998" y="9494250"/>
                  </a:lnTo>
                  <a:lnTo>
                    <a:pt x="440997" y="9470617"/>
                  </a:lnTo>
                  <a:lnTo>
                    <a:pt x="377619" y="9440649"/>
                  </a:lnTo>
                  <a:lnTo>
                    <a:pt x="317492" y="9404599"/>
                  </a:lnTo>
                  <a:lnTo>
                    <a:pt x="261175" y="9362852"/>
                  </a:lnTo>
                  <a:lnTo>
                    <a:pt x="209228" y="9315772"/>
                  </a:lnTo>
                  <a:lnTo>
                    <a:pt x="162150" y="9263819"/>
                  </a:lnTo>
                  <a:lnTo>
                    <a:pt x="120392" y="9207513"/>
                  </a:lnTo>
                  <a:lnTo>
                    <a:pt x="84345" y="9147385"/>
                  </a:lnTo>
                  <a:lnTo>
                    <a:pt x="54376" y="9084003"/>
                  </a:lnTo>
                  <a:lnTo>
                    <a:pt x="30753" y="9017996"/>
                  </a:lnTo>
                  <a:lnTo>
                    <a:pt x="13726" y="8949995"/>
                  </a:lnTo>
                  <a:lnTo>
                    <a:pt x="3430" y="8880644"/>
                  </a:lnTo>
                  <a:lnTo>
                    <a:pt x="0" y="8810625"/>
                  </a:lnTo>
                  <a:lnTo>
                    <a:pt x="0" y="714375"/>
                  </a:lnTo>
                  <a:lnTo>
                    <a:pt x="3431" y="644353"/>
                  </a:lnTo>
                  <a:lnTo>
                    <a:pt x="13725" y="575006"/>
                  </a:lnTo>
                  <a:lnTo>
                    <a:pt x="30752" y="507000"/>
                  </a:lnTo>
                  <a:lnTo>
                    <a:pt x="54379" y="440995"/>
                  </a:lnTo>
                  <a:lnTo>
                    <a:pt x="84345" y="377616"/>
                  </a:lnTo>
                  <a:lnTo>
                    <a:pt x="120393" y="317488"/>
                  </a:lnTo>
                  <a:lnTo>
                    <a:pt x="162149" y="261175"/>
                  </a:lnTo>
                  <a:lnTo>
                    <a:pt x="209236" y="209236"/>
                  </a:lnTo>
                  <a:lnTo>
                    <a:pt x="261174" y="162149"/>
                  </a:lnTo>
                  <a:lnTo>
                    <a:pt x="317488" y="120393"/>
                  </a:lnTo>
                  <a:lnTo>
                    <a:pt x="377616" y="84345"/>
                  </a:lnTo>
                  <a:lnTo>
                    <a:pt x="440995" y="54379"/>
                  </a:lnTo>
                  <a:lnTo>
                    <a:pt x="506999" y="30752"/>
                  </a:lnTo>
                  <a:lnTo>
                    <a:pt x="575007" y="13725"/>
                  </a:lnTo>
                  <a:lnTo>
                    <a:pt x="644353" y="3431"/>
                  </a:lnTo>
                  <a:lnTo>
                    <a:pt x="714375" y="0"/>
                  </a:lnTo>
                  <a:lnTo>
                    <a:pt x="11620500" y="0"/>
                  </a:lnTo>
                  <a:lnTo>
                    <a:pt x="11690510" y="3430"/>
                  </a:lnTo>
                  <a:lnTo>
                    <a:pt x="11759851" y="13724"/>
                  </a:lnTo>
                  <a:lnTo>
                    <a:pt x="11827862" y="30750"/>
                  </a:lnTo>
                  <a:lnTo>
                    <a:pt x="11893868" y="54376"/>
                  </a:lnTo>
                  <a:lnTo>
                    <a:pt x="11957223" y="84324"/>
                  </a:lnTo>
                  <a:lnTo>
                    <a:pt x="12017400" y="120405"/>
                  </a:lnTo>
                  <a:lnTo>
                    <a:pt x="12073706" y="162147"/>
                  </a:lnTo>
                  <a:lnTo>
                    <a:pt x="12125627" y="209218"/>
                  </a:lnTo>
                  <a:lnTo>
                    <a:pt x="12172745" y="261193"/>
                  </a:lnTo>
                  <a:lnTo>
                    <a:pt x="12214469" y="317496"/>
                  </a:lnTo>
                  <a:lnTo>
                    <a:pt x="12250508" y="377606"/>
                  </a:lnTo>
                  <a:lnTo>
                    <a:pt x="12280484" y="440996"/>
                  </a:lnTo>
                  <a:lnTo>
                    <a:pt x="12304117" y="506999"/>
                  </a:lnTo>
                  <a:lnTo>
                    <a:pt x="12321144" y="575010"/>
                  </a:lnTo>
                  <a:lnTo>
                    <a:pt x="12331431" y="644355"/>
                  </a:lnTo>
                  <a:lnTo>
                    <a:pt x="12334860" y="714375"/>
                  </a:lnTo>
                  <a:lnTo>
                    <a:pt x="12334860" y="8810625"/>
                  </a:lnTo>
                  <a:lnTo>
                    <a:pt x="12331431" y="8880642"/>
                  </a:lnTo>
                  <a:lnTo>
                    <a:pt x="12321143" y="8949992"/>
                  </a:lnTo>
                  <a:lnTo>
                    <a:pt x="12304116" y="9017995"/>
                  </a:lnTo>
                  <a:lnTo>
                    <a:pt x="12280486" y="9084001"/>
                  </a:lnTo>
                  <a:lnTo>
                    <a:pt x="12250509" y="9147394"/>
                  </a:lnTo>
                  <a:lnTo>
                    <a:pt x="12214469" y="9207506"/>
                  </a:lnTo>
                  <a:lnTo>
                    <a:pt x="12172742" y="9263801"/>
                  </a:lnTo>
                  <a:lnTo>
                    <a:pt x="12125636" y="9315788"/>
                  </a:lnTo>
                  <a:lnTo>
                    <a:pt x="12073705" y="9362853"/>
                  </a:lnTo>
                  <a:lnTo>
                    <a:pt x="12017395" y="9404587"/>
                  </a:lnTo>
                  <a:lnTo>
                    <a:pt x="11957222" y="9440670"/>
                  </a:lnTo>
                  <a:lnTo>
                    <a:pt x="11893867" y="9470621"/>
                  </a:lnTo>
                  <a:lnTo>
                    <a:pt x="11827865" y="9494252"/>
                  </a:lnTo>
                  <a:lnTo>
                    <a:pt x="11759852" y="9511278"/>
                  </a:lnTo>
                  <a:lnTo>
                    <a:pt x="11690509" y="9521566"/>
                  </a:lnTo>
                  <a:lnTo>
                    <a:pt x="11620500" y="9524993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80390" y="381005"/>
              <a:ext cx="12334875" cy="9525000"/>
            </a:xfrm>
            <a:custGeom>
              <a:avLst/>
              <a:gdLst/>
              <a:ahLst/>
              <a:cxnLst/>
              <a:rect l="l" t="t" r="r" b="b"/>
              <a:pathLst>
                <a:path w="12334875" h="9525000">
                  <a:moveTo>
                    <a:pt x="714375" y="0"/>
                  </a:moveTo>
                  <a:lnTo>
                    <a:pt x="11620500" y="0"/>
                  </a:lnTo>
                </a:path>
                <a:path w="12334875" h="9525000">
                  <a:moveTo>
                    <a:pt x="12334859" y="714375"/>
                  </a:moveTo>
                  <a:lnTo>
                    <a:pt x="12334860" y="8810624"/>
                  </a:lnTo>
                </a:path>
                <a:path w="12334875" h="9525000">
                  <a:moveTo>
                    <a:pt x="11620500" y="9524993"/>
                  </a:moveTo>
                  <a:lnTo>
                    <a:pt x="714375" y="9524993"/>
                  </a:lnTo>
                </a:path>
                <a:path w="12334875" h="9525000">
                  <a:moveTo>
                    <a:pt x="0" y="8810625"/>
                  </a:moveTo>
                  <a:lnTo>
                    <a:pt x="0" y="714375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126206" y="7010569"/>
            <a:ext cx="6807200" cy="24739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050" spc="-131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dirty="0" sz="16050" spc="-1415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dirty="0" sz="16050" spc="-1530">
                <a:solidFill>
                  <a:srgbClr val="FFFFFF"/>
                </a:solidFill>
                <a:latin typeface="Lucida Sans Unicode"/>
                <a:cs typeface="Lucida Sans Unicode"/>
              </a:rPr>
              <a:t>l</a:t>
            </a:r>
            <a:r>
              <a:rPr dirty="0" sz="16050" spc="-1405">
                <a:solidFill>
                  <a:srgbClr val="FFFFFF"/>
                </a:solidFill>
                <a:latin typeface="Lucida Sans Unicode"/>
                <a:cs typeface="Lucida Sans Unicode"/>
              </a:rPr>
              <a:t>u</a:t>
            </a:r>
            <a:r>
              <a:rPr dirty="0" sz="16050" spc="-1315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16050" spc="-153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dirty="0" sz="16050" spc="-1415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dirty="0" sz="16050" spc="-73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endParaRPr sz="16050">
              <a:latin typeface="Lucida Sans Unicode"/>
              <a:cs typeface="Lucida Sans Unicode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128388" y="969286"/>
            <a:ext cx="926465" cy="10052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400" spc="-555">
                <a:solidFill>
                  <a:srgbClr val="FFFFFF"/>
                </a:solidFill>
                <a:latin typeface="Lucida Sans Unicode"/>
                <a:cs typeface="Lucida Sans Unicode"/>
              </a:rPr>
              <a:t>02</a:t>
            </a:r>
            <a:endParaRPr sz="6400">
              <a:latin typeface="Lucida Sans Unicode"/>
              <a:cs typeface="Lucida Sans Unicode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205394" y="763597"/>
            <a:ext cx="17394555" cy="9310370"/>
            <a:chOff x="205394" y="763597"/>
            <a:chExt cx="17394555" cy="9310370"/>
          </a:xfrm>
        </p:grpSpPr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544294" y="763597"/>
              <a:ext cx="1847849" cy="342899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342162" y="765541"/>
              <a:ext cx="4257689" cy="8724893"/>
            </a:xfrm>
            <a:prstGeom prst="rect">
              <a:avLst/>
            </a:prstGeom>
          </p:spPr>
        </p:pic>
        <p:pic>
          <p:nvPicPr>
            <p:cNvPr id="19" name="object 19" descr="">
              <a:hlinkClick r:id="rId8"/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5394" y="9606975"/>
              <a:ext cx="771524" cy="466709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129659" y="2375523"/>
            <a:ext cx="10430510" cy="101790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0" spc="-395">
                <a:latin typeface="Tahoma"/>
                <a:cs typeface="Tahoma"/>
              </a:rPr>
              <a:t>O</a:t>
            </a:r>
            <a:r>
              <a:rPr dirty="0" spc="-395">
                <a:latin typeface="Arial MT"/>
                <a:cs typeface="Arial MT"/>
              </a:rPr>
              <a:t>u</a:t>
            </a:r>
            <a:r>
              <a:rPr dirty="0" sz="6500" spc="-395">
                <a:latin typeface="Tahoma"/>
                <a:cs typeface="Tahoma"/>
              </a:rPr>
              <a:t>r</a:t>
            </a:r>
            <a:r>
              <a:rPr dirty="0" sz="6500" spc="-635">
                <a:latin typeface="Tahoma"/>
                <a:cs typeface="Tahoma"/>
              </a:rPr>
              <a:t> </a:t>
            </a:r>
            <a:r>
              <a:rPr dirty="0" sz="6500" spc="-250">
                <a:latin typeface="Tahoma"/>
                <a:cs typeface="Tahoma"/>
              </a:rPr>
              <a:t>Inno</a:t>
            </a:r>
            <a:r>
              <a:rPr dirty="0" spc="-250">
                <a:latin typeface="Arial MT"/>
                <a:cs typeface="Arial MT"/>
              </a:rPr>
              <a:t>v</a:t>
            </a:r>
            <a:r>
              <a:rPr dirty="0" sz="6500" spc="-250">
                <a:latin typeface="Tahoma"/>
                <a:cs typeface="Tahoma"/>
              </a:rPr>
              <a:t>ation</a:t>
            </a:r>
            <a:r>
              <a:rPr dirty="0" spc="-250">
                <a:latin typeface="Arial MT"/>
                <a:cs typeface="Arial MT"/>
              </a:rPr>
              <a:t>:</a:t>
            </a:r>
            <a:r>
              <a:rPr dirty="0" spc="-375">
                <a:latin typeface="Arial MT"/>
                <a:cs typeface="Arial MT"/>
              </a:rPr>
              <a:t> </a:t>
            </a:r>
            <a:r>
              <a:rPr dirty="0" sz="6500" spc="-894">
                <a:latin typeface="Tahoma"/>
                <a:cs typeface="Tahoma"/>
              </a:rPr>
              <a:t>T</a:t>
            </a:r>
            <a:r>
              <a:rPr dirty="0" sz="6500" spc="-225">
                <a:latin typeface="Tahoma"/>
                <a:cs typeface="Tahoma"/>
              </a:rPr>
              <a:t>e</a:t>
            </a:r>
            <a:r>
              <a:rPr dirty="0" sz="6500" spc="-204">
                <a:latin typeface="Tahoma"/>
                <a:cs typeface="Tahoma"/>
              </a:rPr>
              <a:t>c</a:t>
            </a:r>
            <a:r>
              <a:rPr dirty="0" sz="6500" spc="-220">
                <a:latin typeface="Tahoma"/>
                <a:cs typeface="Tahoma"/>
              </a:rPr>
              <a:t>h</a:t>
            </a:r>
            <a:r>
              <a:rPr dirty="0" sz="6500" spc="-229">
                <a:latin typeface="Tahoma"/>
                <a:cs typeface="Tahoma"/>
              </a:rPr>
              <a:t>E</a:t>
            </a:r>
            <a:r>
              <a:rPr dirty="0" sz="6500" spc="-95">
                <a:latin typeface="Tahoma"/>
                <a:cs typeface="Tahoma"/>
              </a:rPr>
              <a:t>d</a:t>
            </a:r>
            <a:r>
              <a:rPr dirty="0" sz="6500" spc="-630">
                <a:latin typeface="Tahoma"/>
                <a:cs typeface="Tahoma"/>
              </a:rPr>
              <a:t> </a:t>
            </a:r>
            <a:r>
              <a:rPr dirty="0" sz="6500" spc="-150">
                <a:latin typeface="Tahoma"/>
                <a:cs typeface="Tahoma"/>
              </a:rPr>
              <a:t>Stream</a:t>
            </a:r>
            <a:endParaRPr sz="6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5"/>
            <a:ext cx="18288000" cy="10287000"/>
            <a:chOff x="0" y="5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2857499" y="381005"/>
              <a:ext cx="15049500" cy="9525000"/>
            </a:xfrm>
            <a:custGeom>
              <a:avLst/>
              <a:gdLst/>
              <a:ahLst/>
              <a:cxnLst/>
              <a:rect l="l" t="t" r="r" b="b"/>
              <a:pathLst>
                <a:path w="15049500" h="9525000">
                  <a:moveTo>
                    <a:pt x="14335125" y="9524994"/>
                  </a:moveTo>
                  <a:lnTo>
                    <a:pt x="714375" y="9524993"/>
                  </a:lnTo>
                  <a:lnTo>
                    <a:pt x="644353" y="9521564"/>
                  </a:lnTo>
                  <a:lnTo>
                    <a:pt x="575006" y="9511278"/>
                  </a:lnTo>
                  <a:lnTo>
                    <a:pt x="506998" y="9494250"/>
                  </a:lnTo>
                  <a:lnTo>
                    <a:pt x="440995" y="9470621"/>
                  </a:lnTo>
                  <a:lnTo>
                    <a:pt x="377620" y="9440647"/>
                  </a:lnTo>
                  <a:lnTo>
                    <a:pt x="317489" y="9404604"/>
                  </a:lnTo>
                  <a:lnTo>
                    <a:pt x="261177" y="9362850"/>
                  </a:lnTo>
                  <a:lnTo>
                    <a:pt x="209233" y="9315767"/>
                  </a:lnTo>
                  <a:lnTo>
                    <a:pt x="162151" y="9263819"/>
                  </a:lnTo>
                  <a:lnTo>
                    <a:pt x="120392" y="9207513"/>
                  </a:lnTo>
                  <a:lnTo>
                    <a:pt x="84345" y="9147385"/>
                  </a:lnTo>
                  <a:lnTo>
                    <a:pt x="54376" y="9084003"/>
                  </a:lnTo>
                  <a:lnTo>
                    <a:pt x="30753" y="9017996"/>
                  </a:lnTo>
                  <a:lnTo>
                    <a:pt x="13726" y="8949995"/>
                  </a:lnTo>
                  <a:lnTo>
                    <a:pt x="3430" y="8880644"/>
                  </a:lnTo>
                  <a:lnTo>
                    <a:pt x="0" y="8810625"/>
                  </a:lnTo>
                  <a:lnTo>
                    <a:pt x="0" y="714375"/>
                  </a:lnTo>
                  <a:lnTo>
                    <a:pt x="3431" y="644353"/>
                  </a:lnTo>
                  <a:lnTo>
                    <a:pt x="13725" y="575006"/>
                  </a:lnTo>
                  <a:lnTo>
                    <a:pt x="30752" y="507000"/>
                  </a:lnTo>
                  <a:lnTo>
                    <a:pt x="54379" y="440995"/>
                  </a:lnTo>
                  <a:lnTo>
                    <a:pt x="84345" y="377616"/>
                  </a:lnTo>
                  <a:lnTo>
                    <a:pt x="120393" y="317488"/>
                  </a:lnTo>
                  <a:lnTo>
                    <a:pt x="162149" y="261175"/>
                  </a:lnTo>
                  <a:lnTo>
                    <a:pt x="209241" y="209240"/>
                  </a:lnTo>
                  <a:lnTo>
                    <a:pt x="261176" y="162151"/>
                  </a:lnTo>
                  <a:lnTo>
                    <a:pt x="317485" y="120388"/>
                  </a:lnTo>
                  <a:lnTo>
                    <a:pt x="377617" y="84346"/>
                  </a:lnTo>
                  <a:lnTo>
                    <a:pt x="440993" y="54375"/>
                  </a:lnTo>
                  <a:lnTo>
                    <a:pt x="507000" y="30752"/>
                  </a:lnTo>
                  <a:lnTo>
                    <a:pt x="575007" y="13724"/>
                  </a:lnTo>
                  <a:lnTo>
                    <a:pt x="644353" y="3431"/>
                  </a:lnTo>
                  <a:lnTo>
                    <a:pt x="714375" y="0"/>
                  </a:lnTo>
                  <a:lnTo>
                    <a:pt x="14335140" y="0"/>
                  </a:lnTo>
                  <a:lnTo>
                    <a:pt x="14370201" y="857"/>
                  </a:lnTo>
                  <a:lnTo>
                    <a:pt x="14439949" y="7725"/>
                  </a:lnTo>
                  <a:lnTo>
                    <a:pt x="14508696" y="21403"/>
                  </a:lnTo>
                  <a:lnTo>
                    <a:pt x="14575778" y="41747"/>
                  </a:lnTo>
                  <a:lnTo>
                    <a:pt x="14640558" y="68583"/>
                  </a:lnTo>
                  <a:lnTo>
                    <a:pt x="14702398" y="101633"/>
                  </a:lnTo>
                  <a:lnTo>
                    <a:pt x="14760680" y="140580"/>
                  </a:lnTo>
                  <a:lnTo>
                    <a:pt x="14814881" y="185065"/>
                  </a:lnTo>
                  <a:lnTo>
                    <a:pt x="14864444" y="234638"/>
                  </a:lnTo>
                  <a:lnTo>
                    <a:pt x="14908921" y="288823"/>
                  </a:lnTo>
                  <a:lnTo>
                    <a:pt x="14947864" y="347107"/>
                  </a:lnTo>
                  <a:lnTo>
                    <a:pt x="14980915" y="408930"/>
                  </a:lnTo>
                  <a:lnTo>
                    <a:pt x="15007746" y="473708"/>
                  </a:lnTo>
                  <a:lnTo>
                    <a:pt x="15028095" y="540791"/>
                  </a:lnTo>
                  <a:lnTo>
                    <a:pt x="15041778" y="609555"/>
                  </a:lnTo>
                  <a:lnTo>
                    <a:pt x="15048646" y="679322"/>
                  </a:lnTo>
                  <a:lnTo>
                    <a:pt x="15049500" y="714375"/>
                  </a:lnTo>
                  <a:lnTo>
                    <a:pt x="15049500" y="8810625"/>
                  </a:lnTo>
                  <a:lnTo>
                    <a:pt x="15046072" y="8880643"/>
                  </a:lnTo>
                  <a:lnTo>
                    <a:pt x="15035783" y="8949994"/>
                  </a:lnTo>
                  <a:lnTo>
                    <a:pt x="15018745" y="9017996"/>
                  </a:lnTo>
                  <a:lnTo>
                    <a:pt x="14995124" y="9084006"/>
                  </a:lnTo>
                  <a:lnTo>
                    <a:pt x="14965146" y="9147400"/>
                  </a:lnTo>
                  <a:lnTo>
                    <a:pt x="14929105" y="9207513"/>
                  </a:lnTo>
                  <a:lnTo>
                    <a:pt x="14887360" y="9263795"/>
                  </a:lnTo>
                  <a:lnTo>
                    <a:pt x="14840253" y="9315780"/>
                  </a:lnTo>
                  <a:lnTo>
                    <a:pt x="14788325" y="9362847"/>
                  </a:lnTo>
                  <a:lnTo>
                    <a:pt x="14732025" y="9404594"/>
                  </a:lnTo>
                  <a:lnTo>
                    <a:pt x="14671846" y="9440667"/>
                  </a:lnTo>
                  <a:lnTo>
                    <a:pt x="14608495" y="9470626"/>
                  </a:lnTo>
                  <a:lnTo>
                    <a:pt x="14542491" y="9494253"/>
                  </a:lnTo>
                  <a:lnTo>
                    <a:pt x="14474478" y="9511281"/>
                  </a:lnTo>
                  <a:lnTo>
                    <a:pt x="14405135" y="9521566"/>
                  </a:lnTo>
                  <a:lnTo>
                    <a:pt x="14335125" y="9524994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857500" y="381005"/>
              <a:ext cx="15049500" cy="9525000"/>
            </a:xfrm>
            <a:custGeom>
              <a:avLst/>
              <a:gdLst/>
              <a:ahLst/>
              <a:cxnLst/>
              <a:rect l="l" t="t" r="r" b="b"/>
              <a:pathLst>
                <a:path w="15049500" h="9525000">
                  <a:moveTo>
                    <a:pt x="714375" y="0"/>
                  </a:moveTo>
                  <a:lnTo>
                    <a:pt x="14335125" y="0"/>
                  </a:lnTo>
                </a:path>
                <a:path w="15049500" h="9525000">
                  <a:moveTo>
                    <a:pt x="15049500" y="714375"/>
                  </a:moveTo>
                  <a:lnTo>
                    <a:pt x="15049500" y="8810625"/>
                  </a:lnTo>
                </a:path>
                <a:path w="15049500" h="9525000">
                  <a:moveTo>
                    <a:pt x="14335125" y="9524993"/>
                  </a:moveTo>
                  <a:lnTo>
                    <a:pt x="714375" y="9524993"/>
                  </a:lnTo>
                </a:path>
                <a:path w="15049500" h="9525000">
                  <a:moveTo>
                    <a:pt x="0" y="8810625"/>
                  </a:moveTo>
                  <a:lnTo>
                    <a:pt x="0" y="714375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80999" y="381005"/>
              <a:ext cx="2190750" cy="9525000"/>
            </a:xfrm>
            <a:custGeom>
              <a:avLst/>
              <a:gdLst/>
              <a:ahLst/>
              <a:cxnLst/>
              <a:rect l="l" t="t" r="r" b="b"/>
              <a:pathLst>
                <a:path w="2190750" h="9525000">
                  <a:moveTo>
                    <a:pt x="1478756" y="9524993"/>
                  </a:moveTo>
                  <a:lnTo>
                    <a:pt x="711993" y="9524993"/>
                  </a:lnTo>
                  <a:lnTo>
                    <a:pt x="642205" y="9521580"/>
                  </a:lnTo>
                  <a:lnTo>
                    <a:pt x="573093" y="9511308"/>
                  </a:lnTo>
                  <a:lnTo>
                    <a:pt x="505310" y="9494346"/>
                  </a:lnTo>
                  <a:lnTo>
                    <a:pt x="439526" y="9470801"/>
                  </a:lnTo>
                  <a:lnTo>
                    <a:pt x="376359" y="9440938"/>
                  </a:lnTo>
                  <a:lnTo>
                    <a:pt x="316435" y="9404997"/>
                  </a:lnTo>
                  <a:lnTo>
                    <a:pt x="260305" y="9363385"/>
                  </a:lnTo>
                  <a:lnTo>
                    <a:pt x="208543" y="9316454"/>
                  </a:lnTo>
                  <a:lnTo>
                    <a:pt x="161608" y="9264698"/>
                  </a:lnTo>
                  <a:lnTo>
                    <a:pt x="119988" y="9208573"/>
                  </a:lnTo>
                  <a:lnTo>
                    <a:pt x="84066" y="9148641"/>
                  </a:lnTo>
                  <a:lnTo>
                    <a:pt x="54195" y="9085469"/>
                  </a:lnTo>
                  <a:lnTo>
                    <a:pt x="30652" y="9019691"/>
                  </a:lnTo>
                  <a:lnTo>
                    <a:pt x="13679" y="8951909"/>
                  </a:lnTo>
                  <a:lnTo>
                    <a:pt x="3419" y="8882797"/>
                  </a:lnTo>
                  <a:lnTo>
                    <a:pt x="0" y="8813006"/>
                  </a:lnTo>
                  <a:lnTo>
                    <a:pt x="0" y="711993"/>
                  </a:lnTo>
                  <a:lnTo>
                    <a:pt x="3419" y="642205"/>
                  </a:lnTo>
                  <a:lnTo>
                    <a:pt x="13679" y="573090"/>
                  </a:lnTo>
                  <a:lnTo>
                    <a:pt x="30650" y="505310"/>
                  </a:lnTo>
                  <a:lnTo>
                    <a:pt x="54196" y="439525"/>
                  </a:lnTo>
                  <a:lnTo>
                    <a:pt x="84063" y="376358"/>
                  </a:lnTo>
                  <a:lnTo>
                    <a:pt x="119993" y="316431"/>
                  </a:lnTo>
                  <a:lnTo>
                    <a:pt x="161608" y="260304"/>
                  </a:lnTo>
                  <a:lnTo>
                    <a:pt x="208538" y="208538"/>
                  </a:lnTo>
                  <a:lnTo>
                    <a:pt x="260304" y="161609"/>
                  </a:lnTo>
                  <a:lnTo>
                    <a:pt x="316431" y="119993"/>
                  </a:lnTo>
                  <a:lnTo>
                    <a:pt x="376358" y="84063"/>
                  </a:lnTo>
                  <a:lnTo>
                    <a:pt x="439525" y="54196"/>
                  </a:lnTo>
                  <a:lnTo>
                    <a:pt x="505310" y="30650"/>
                  </a:lnTo>
                  <a:lnTo>
                    <a:pt x="573090" y="13679"/>
                  </a:lnTo>
                  <a:lnTo>
                    <a:pt x="642205" y="3419"/>
                  </a:lnTo>
                  <a:lnTo>
                    <a:pt x="711993" y="0"/>
                  </a:lnTo>
                  <a:lnTo>
                    <a:pt x="1478755" y="0"/>
                  </a:lnTo>
                  <a:lnTo>
                    <a:pt x="1513690" y="853"/>
                  </a:lnTo>
                  <a:lnTo>
                    <a:pt x="1583228" y="7699"/>
                  </a:lnTo>
                  <a:lnTo>
                    <a:pt x="1651757" y="21334"/>
                  </a:lnTo>
                  <a:lnTo>
                    <a:pt x="1718624" y="41616"/>
                  </a:lnTo>
                  <a:lnTo>
                    <a:pt x="1783174" y="68355"/>
                  </a:lnTo>
                  <a:lnTo>
                    <a:pt x="1844796" y="101291"/>
                  </a:lnTo>
                  <a:lnTo>
                    <a:pt x="1902890" y="140111"/>
                  </a:lnTo>
                  <a:lnTo>
                    <a:pt x="1956905" y="184436"/>
                  </a:lnTo>
                  <a:lnTo>
                    <a:pt x="2006309" y="233845"/>
                  </a:lnTo>
                  <a:lnTo>
                    <a:pt x="2050639" y="287857"/>
                  </a:lnTo>
                  <a:lnTo>
                    <a:pt x="2089456" y="345953"/>
                  </a:lnTo>
                  <a:lnTo>
                    <a:pt x="2122396" y="407575"/>
                  </a:lnTo>
                  <a:lnTo>
                    <a:pt x="2149133" y="472129"/>
                  </a:lnTo>
                  <a:lnTo>
                    <a:pt x="2169416" y="538992"/>
                  </a:lnTo>
                  <a:lnTo>
                    <a:pt x="2183046" y="607521"/>
                  </a:lnTo>
                  <a:lnTo>
                    <a:pt x="2189898" y="677057"/>
                  </a:lnTo>
                  <a:lnTo>
                    <a:pt x="2190750" y="8813006"/>
                  </a:lnTo>
                  <a:lnTo>
                    <a:pt x="2189896" y="8847940"/>
                  </a:lnTo>
                  <a:lnTo>
                    <a:pt x="2183049" y="8917478"/>
                  </a:lnTo>
                  <a:lnTo>
                    <a:pt x="2169413" y="8986006"/>
                  </a:lnTo>
                  <a:lnTo>
                    <a:pt x="2149133" y="9052872"/>
                  </a:lnTo>
                  <a:lnTo>
                    <a:pt x="2122394" y="9117422"/>
                  </a:lnTo>
                  <a:lnTo>
                    <a:pt x="2089459" y="9179046"/>
                  </a:lnTo>
                  <a:lnTo>
                    <a:pt x="2050642" y="9237142"/>
                  </a:lnTo>
                  <a:lnTo>
                    <a:pt x="2006311" y="9291154"/>
                  </a:lnTo>
                  <a:lnTo>
                    <a:pt x="1956902" y="9340557"/>
                  </a:lnTo>
                  <a:lnTo>
                    <a:pt x="1902887" y="9384884"/>
                  </a:lnTo>
                  <a:lnTo>
                    <a:pt x="1844797" y="9423705"/>
                  </a:lnTo>
                  <a:lnTo>
                    <a:pt x="1783174" y="9456645"/>
                  </a:lnTo>
                  <a:lnTo>
                    <a:pt x="1718622" y="9483380"/>
                  </a:lnTo>
                  <a:lnTo>
                    <a:pt x="1651756" y="9503661"/>
                  </a:lnTo>
                  <a:lnTo>
                    <a:pt x="1583228" y="9517297"/>
                  </a:lnTo>
                  <a:lnTo>
                    <a:pt x="1513690" y="9524144"/>
                  </a:lnTo>
                  <a:lnTo>
                    <a:pt x="1478756" y="9524993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81000" y="381005"/>
              <a:ext cx="2190750" cy="9525000"/>
            </a:xfrm>
            <a:custGeom>
              <a:avLst/>
              <a:gdLst/>
              <a:ahLst/>
              <a:cxnLst/>
              <a:rect l="l" t="t" r="r" b="b"/>
              <a:pathLst>
                <a:path w="2190750" h="9525000">
                  <a:moveTo>
                    <a:pt x="711993" y="0"/>
                  </a:moveTo>
                  <a:lnTo>
                    <a:pt x="1478756" y="0"/>
                  </a:lnTo>
                </a:path>
                <a:path w="2190750" h="9525000">
                  <a:moveTo>
                    <a:pt x="2190750" y="711993"/>
                  </a:moveTo>
                  <a:lnTo>
                    <a:pt x="2190750" y="8813006"/>
                  </a:lnTo>
                </a:path>
                <a:path w="2190750" h="9525000">
                  <a:moveTo>
                    <a:pt x="1478756" y="9524993"/>
                  </a:moveTo>
                  <a:lnTo>
                    <a:pt x="711993" y="9524993"/>
                  </a:lnTo>
                </a:path>
                <a:path w="2190750" h="9525000">
                  <a:moveTo>
                    <a:pt x="0" y="8813006"/>
                  </a:moveTo>
                  <a:lnTo>
                    <a:pt x="0" y="711993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3602532" y="7357620"/>
            <a:ext cx="5053330" cy="1730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2250" spc="-175">
                <a:solidFill>
                  <a:srgbClr val="FFFFFF"/>
                </a:solidFill>
                <a:latin typeface="Lucida Sans Unicode"/>
                <a:cs typeface="Lucida Sans Unicode"/>
              </a:rPr>
              <a:t>Design</a:t>
            </a:r>
            <a:r>
              <a:rPr dirty="0" sz="225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00">
                <a:solidFill>
                  <a:srgbClr val="FFFFFF"/>
                </a:solidFill>
                <a:latin typeface="Lucida Sans Unicode"/>
                <a:cs typeface="Lucida Sans Unicode"/>
              </a:rPr>
              <a:t>processes</a:t>
            </a:r>
            <a:r>
              <a:rPr dirty="0" sz="225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14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2250" spc="-114">
                <a:solidFill>
                  <a:srgbClr val="FFFFFF"/>
                </a:solidFill>
                <a:latin typeface="Arial MT"/>
                <a:cs typeface="Arial MT"/>
              </a:rPr>
              <a:t>x</a:t>
            </a:r>
            <a:r>
              <a:rPr dirty="0" sz="2250" spc="-114">
                <a:solidFill>
                  <a:srgbClr val="FFFFFF"/>
                </a:solidFill>
                <a:latin typeface="Lucida Sans Unicode"/>
                <a:cs typeface="Lucida Sans Unicode"/>
              </a:rPr>
              <a:t>plained</a:t>
            </a:r>
            <a:r>
              <a:rPr dirty="0" sz="225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7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250" spc="-70">
                <a:solidFill>
                  <a:srgbClr val="FFFFFF"/>
                </a:solidFill>
                <a:latin typeface="Lucida Sans Unicode"/>
                <a:cs typeface="Lucida Sans Unicode"/>
              </a:rPr>
              <a:t>ia</a:t>
            </a:r>
            <a:r>
              <a:rPr dirty="0" sz="225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65">
                <a:solidFill>
                  <a:srgbClr val="FFFFFF"/>
                </a:solidFill>
                <a:latin typeface="Lucida Sans Unicode"/>
                <a:cs typeface="Lucida Sans Unicode"/>
              </a:rPr>
              <a:t>detailed </a:t>
            </a:r>
            <a:r>
              <a:rPr dirty="0" sz="2250" spc="-35">
                <a:solidFill>
                  <a:srgbClr val="FFFFFF"/>
                </a:solidFill>
                <a:latin typeface="Lucida Sans Unicode"/>
                <a:cs typeface="Lucida Sans Unicode"/>
              </a:rPr>
              <a:t>animations</a:t>
            </a:r>
            <a:endParaRPr sz="2250">
              <a:latin typeface="Lucida Sans Unicode"/>
              <a:cs typeface="Lucida Sans Unicode"/>
            </a:endParaRPr>
          </a:p>
          <a:p>
            <a:pPr marL="12700" marR="397510">
              <a:lnSpc>
                <a:spcPct val="122200"/>
              </a:lnSpc>
              <a:spcBef>
                <a:spcPts val="75"/>
              </a:spcBef>
            </a:pPr>
            <a:r>
              <a:rPr dirty="0" sz="2250" spc="-160">
                <a:solidFill>
                  <a:srgbClr val="FFFFFF"/>
                </a:solidFill>
                <a:latin typeface="Lucida Sans Unicode"/>
                <a:cs typeface="Lucida Sans Unicode"/>
              </a:rPr>
              <a:t>Comple</a:t>
            </a:r>
            <a:r>
              <a:rPr dirty="0" sz="2250" spc="-160">
                <a:solidFill>
                  <a:srgbClr val="FFFFFF"/>
                </a:solidFill>
                <a:latin typeface="Arial MT"/>
                <a:cs typeface="Arial MT"/>
              </a:rPr>
              <a:t>x</a:t>
            </a:r>
            <a:r>
              <a:rPr dirty="0" sz="225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 spc="-145">
                <a:solidFill>
                  <a:srgbClr val="FFFFFF"/>
                </a:solidFill>
                <a:latin typeface="Lucida Sans Unicode"/>
                <a:cs typeface="Lucida Sans Unicode"/>
              </a:rPr>
              <a:t>mechanisms</a:t>
            </a:r>
            <a:r>
              <a:rPr dirty="0" sz="225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1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25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75">
                <a:solidFill>
                  <a:srgbClr val="FFFFFF"/>
                </a:solidFill>
                <a:latin typeface="Lucida Sans Unicode"/>
                <a:cs typeface="Lucida Sans Unicode"/>
              </a:rPr>
              <a:t>processes </a:t>
            </a:r>
            <a:r>
              <a:rPr dirty="0" sz="2250" spc="-110">
                <a:solidFill>
                  <a:srgbClr val="FFFFFF"/>
                </a:solidFill>
                <a:latin typeface="Lucida Sans Unicode"/>
                <a:cs typeface="Lucida Sans Unicode"/>
              </a:rPr>
              <a:t>sho</a:t>
            </a:r>
            <a:r>
              <a:rPr dirty="0" sz="2250" spc="-110">
                <a:solidFill>
                  <a:srgbClr val="FFFFFF"/>
                </a:solidFill>
                <a:latin typeface="Arial MT"/>
                <a:cs typeface="Arial MT"/>
              </a:rPr>
              <a:t>w</a:t>
            </a:r>
            <a:r>
              <a:rPr dirty="0" sz="2250" spc="-11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dirty="0" sz="225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70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dirty="0" sz="225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Lucida Sans Unicode"/>
                <a:cs typeface="Lucida Sans Unicode"/>
              </a:rPr>
              <a:t>motion</a:t>
            </a:r>
            <a:endParaRPr sz="2250">
              <a:latin typeface="Lucida Sans Unicode"/>
              <a:cs typeface="Lucida Sans Unicode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99576" y="1487424"/>
            <a:ext cx="9488424" cy="879957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3400267" y="2047309"/>
            <a:ext cx="5626735" cy="621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850" spc="-325">
                <a:solidFill>
                  <a:srgbClr val="FFFFFF"/>
                </a:solidFill>
                <a:latin typeface="Arial MT"/>
                <a:cs typeface="Arial MT"/>
              </a:rPr>
              <a:t>1.</a:t>
            </a:r>
            <a:r>
              <a:rPr dirty="0" sz="385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900" spc="85">
                <a:solidFill>
                  <a:srgbClr val="FFFFFF"/>
                </a:solidFill>
                <a:latin typeface="Tahoma"/>
                <a:cs typeface="Tahoma"/>
              </a:rPr>
              <a:t>Step</a:t>
            </a:r>
            <a:r>
              <a:rPr dirty="0" sz="3850" spc="85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3900" spc="9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r>
              <a:rPr dirty="0" sz="3850" spc="90">
                <a:solidFill>
                  <a:srgbClr val="FFFFFF"/>
                </a:solidFill>
                <a:latin typeface="Arial MT"/>
                <a:cs typeface="Arial MT"/>
              </a:rPr>
              <a:t>y-</a:t>
            </a:r>
            <a:r>
              <a:rPr dirty="0" sz="3900">
                <a:solidFill>
                  <a:srgbClr val="FFFFFF"/>
                </a:solidFill>
                <a:latin typeface="Tahoma"/>
                <a:cs typeface="Tahoma"/>
              </a:rPr>
              <a:t>Step</a:t>
            </a:r>
            <a:r>
              <a:rPr dirty="0" sz="3900" spc="-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900" spc="-50">
                <a:solidFill>
                  <a:srgbClr val="FFFFFF"/>
                </a:solidFill>
                <a:latin typeface="Tahoma"/>
                <a:cs typeface="Tahoma"/>
              </a:rPr>
              <a:t>Animation</a:t>
            </a:r>
            <a:endParaRPr sz="3900">
              <a:latin typeface="Tahoma"/>
              <a:cs typeface="Tahom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205394" y="2638513"/>
            <a:ext cx="18082895" cy="7435215"/>
            <a:chOff x="205394" y="2638513"/>
            <a:chExt cx="18082895" cy="7435215"/>
          </a:xfrm>
        </p:grpSpPr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04290" y="2638513"/>
              <a:ext cx="7183708" cy="5791187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833" y="7270028"/>
              <a:ext cx="1581149" cy="1581149"/>
            </a:xfrm>
            <a:prstGeom prst="rect">
              <a:avLst/>
            </a:prstGeom>
          </p:spPr>
        </p:pic>
        <p:pic>
          <p:nvPicPr>
            <p:cNvPr id="13" name="object 13" descr="">
              <a:hlinkClick r:id="rId5"/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5394" y="9606975"/>
              <a:ext cx="771524" cy="466709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390727" y="780852"/>
            <a:ext cx="3029585" cy="100520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365"/>
              <a:t>Features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690013" y="1036130"/>
            <a:ext cx="1590675" cy="1113790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marL="12700" marR="5080">
              <a:lnSpc>
                <a:spcPct val="78100"/>
              </a:lnSpc>
              <a:spcBef>
                <a:spcPts val="1165"/>
              </a:spcBef>
            </a:pPr>
            <a:r>
              <a:rPr dirty="0" sz="4000" spc="-675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4000" spc="-24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4000" spc="-229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dirty="0" sz="4000" spc="-24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dirty="0" sz="4000" spc="-235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4000" spc="-155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dirty="0" sz="4000" spc="-3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204">
                <a:solidFill>
                  <a:srgbClr val="FFFFFF"/>
                </a:solidFill>
                <a:latin typeface="Lucida Sans Unicode"/>
                <a:cs typeface="Lucida Sans Unicode"/>
              </a:rPr>
              <a:t>Stream</a:t>
            </a:r>
            <a:endParaRPr sz="4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2847974" y="380999"/>
              <a:ext cx="15050135" cy="9525000"/>
            </a:xfrm>
            <a:custGeom>
              <a:avLst/>
              <a:gdLst/>
              <a:ahLst/>
              <a:cxnLst/>
              <a:rect l="l" t="t" r="r" b="b"/>
              <a:pathLst>
                <a:path w="15050135" h="9525000">
                  <a:moveTo>
                    <a:pt x="14335125" y="9525000"/>
                  </a:moveTo>
                  <a:lnTo>
                    <a:pt x="714375" y="9525000"/>
                  </a:lnTo>
                  <a:lnTo>
                    <a:pt x="644353" y="9521570"/>
                  </a:lnTo>
                  <a:lnTo>
                    <a:pt x="575006" y="9511281"/>
                  </a:lnTo>
                  <a:lnTo>
                    <a:pt x="507000" y="9494244"/>
                  </a:lnTo>
                  <a:lnTo>
                    <a:pt x="440995" y="9470621"/>
                  </a:lnTo>
                  <a:lnTo>
                    <a:pt x="377616" y="9440655"/>
                  </a:lnTo>
                  <a:lnTo>
                    <a:pt x="317491" y="9404601"/>
                  </a:lnTo>
                  <a:lnTo>
                    <a:pt x="261177" y="9362850"/>
                  </a:lnTo>
                  <a:lnTo>
                    <a:pt x="209238" y="9315762"/>
                  </a:lnTo>
                  <a:lnTo>
                    <a:pt x="162149" y="9263821"/>
                  </a:lnTo>
                  <a:lnTo>
                    <a:pt x="120390" y="9207516"/>
                  </a:lnTo>
                  <a:lnTo>
                    <a:pt x="84347" y="9147384"/>
                  </a:lnTo>
                  <a:lnTo>
                    <a:pt x="54374" y="9084004"/>
                  </a:lnTo>
                  <a:lnTo>
                    <a:pt x="30751" y="9017997"/>
                  </a:lnTo>
                  <a:lnTo>
                    <a:pt x="13725" y="8949995"/>
                  </a:lnTo>
                  <a:lnTo>
                    <a:pt x="3431" y="8880644"/>
                  </a:lnTo>
                  <a:lnTo>
                    <a:pt x="0" y="8810625"/>
                  </a:lnTo>
                  <a:lnTo>
                    <a:pt x="0" y="714375"/>
                  </a:lnTo>
                  <a:lnTo>
                    <a:pt x="3431" y="644353"/>
                  </a:lnTo>
                  <a:lnTo>
                    <a:pt x="13725" y="575006"/>
                  </a:lnTo>
                  <a:lnTo>
                    <a:pt x="30752" y="507000"/>
                  </a:lnTo>
                  <a:lnTo>
                    <a:pt x="54380" y="440995"/>
                  </a:lnTo>
                  <a:lnTo>
                    <a:pt x="84345" y="377616"/>
                  </a:lnTo>
                  <a:lnTo>
                    <a:pt x="120393" y="317488"/>
                  </a:lnTo>
                  <a:lnTo>
                    <a:pt x="162148" y="261174"/>
                  </a:lnTo>
                  <a:lnTo>
                    <a:pt x="209233" y="209232"/>
                  </a:lnTo>
                  <a:lnTo>
                    <a:pt x="261172" y="162145"/>
                  </a:lnTo>
                  <a:lnTo>
                    <a:pt x="317490" y="120395"/>
                  </a:lnTo>
                  <a:lnTo>
                    <a:pt x="377615" y="84343"/>
                  </a:lnTo>
                  <a:lnTo>
                    <a:pt x="440996" y="54380"/>
                  </a:lnTo>
                  <a:lnTo>
                    <a:pt x="507000" y="30753"/>
                  </a:lnTo>
                  <a:lnTo>
                    <a:pt x="575007" y="13728"/>
                  </a:lnTo>
                  <a:lnTo>
                    <a:pt x="644353" y="3431"/>
                  </a:lnTo>
                  <a:lnTo>
                    <a:pt x="714375" y="0"/>
                  </a:lnTo>
                  <a:lnTo>
                    <a:pt x="14335125" y="0"/>
                  </a:lnTo>
                  <a:lnTo>
                    <a:pt x="14405135" y="3430"/>
                  </a:lnTo>
                  <a:lnTo>
                    <a:pt x="14474476" y="13724"/>
                  </a:lnTo>
                  <a:lnTo>
                    <a:pt x="14542487" y="30751"/>
                  </a:lnTo>
                  <a:lnTo>
                    <a:pt x="14608494" y="54376"/>
                  </a:lnTo>
                  <a:lnTo>
                    <a:pt x="14671848" y="84324"/>
                  </a:lnTo>
                  <a:lnTo>
                    <a:pt x="14732025" y="120405"/>
                  </a:lnTo>
                  <a:lnTo>
                    <a:pt x="14788331" y="162147"/>
                  </a:lnTo>
                  <a:lnTo>
                    <a:pt x="14840252" y="209218"/>
                  </a:lnTo>
                  <a:lnTo>
                    <a:pt x="14887372" y="261191"/>
                  </a:lnTo>
                  <a:lnTo>
                    <a:pt x="14929114" y="317482"/>
                  </a:lnTo>
                  <a:lnTo>
                    <a:pt x="14965136" y="377605"/>
                  </a:lnTo>
                  <a:lnTo>
                    <a:pt x="14995108" y="440996"/>
                  </a:lnTo>
                  <a:lnTo>
                    <a:pt x="15018742" y="507000"/>
                  </a:lnTo>
                  <a:lnTo>
                    <a:pt x="15035769" y="575010"/>
                  </a:lnTo>
                  <a:lnTo>
                    <a:pt x="15046071" y="644353"/>
                  </a:lnTo>
                  <a:lnTo>
                    <a:pt x="15049515" y="714374"/>
                  </a:lnTo>
                  <a:lnTo>
                    <a:pt x="15049515" y="8810625"/>
                  </a:lnTo>
                  <a:lnTo>
                    <a:pt x="15048654" y="8845677"/>
                  </a:lnTo>
                  <a:lnTo>
                    <a:pt x="15041770" y="8915445"/>
                  </a:lnTo>
                  <a:lnTo>
                    <a:pt x="15028091" y="8984207"/>
                  </a:lnTo>
                  <a:lnTo>
                    <a:pt x="15007739" y="9051289"/>
                  </a:lnTo>
                  <a:lnTo>
                    <a:pt x="14980901" y="9116061"/>
                  </a:lnTo>
                  <a:lnTo>
                    <a:pt x="14947866" y="9177891"/>
                  </a:lnTo>
                  <a:lnTo>
                    <a:pt x="14908929" y="9236182"/>
                  </a:lnTo>
                  <a:lnTo>
                    <a:pt x="14864451" y="9290366"/>
                  </a:lnTo>
                  <a:lnTo>
                    <a:pt x="14814880" y="9339933"/>
                  </a:lnTo>
                  <a:lnTo>
                    <a:pt x="14760681" y="9384418"/>
                  </a:lnTo>
                  <a:lnTo>
                    <a:pt x="14702397" y="9423363"/>
                  </a:lnTo>
                  <a:lnTo>
                    <a:pt x="14640560" y="9456419"/>
                  </a:lnTo>
                  <a:lnTo>
                    <a:pt x="14575778" y="9483248"/>
                  </a:lnTo>
                  <a:lnTo>
                    <a:pt x="14508696" y="9503597"/>
                  </a:lnTo>
                  <a:lnTo>
                    <a:pt x="14439949" y="9517275"/>
                  </a:lnTo>
                  <a:lnTo>
                    <a:pt x="14370201" y="9524144"/>
                  </a:lnTo>
                  <a:lnTo>
                    <a:pt x="14335125" y="95250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847975" y="380999"/>
              <a:ext cx="15050135" cy="9525000"/>
            </a:xfrm>
            <a:custGeom>
              <a:avLst/>
              <a:gdLst/>
              <a:ahLst/>
              <a:cxnLst/>
              <a:rect l="l" t="t" r="r" b="b"/>
              <a:pathLst>
                <a:path w="15050135" h="9525000">
                  <a:moveTo>
                    <a:pt x="714375" y="0"/>
                  </a:moveTo>
                  <a:lnTo>
                    <a:pt x="14335125" y="0"/>
                  </a:lnTo>
                </a:path>
                <a:path w="15050135" h="9525000">
                  <a:moveTo>
                    <a:pt x="15049515" y="714375"/>
                  </a:moveTo>
                  <a:lnTo>
                    <a:pt x="15049515" y="8810625"/>
                  </a:lnTo>
                </a:path>
                <a:path w="15050135" h="9525000">
                  <a:moveTo>
                    <a:pt x="14335125" y="9525000"/>
                  </a:moveTo>
                  <a:lnTo>
                    <a:pt x="714375" y="9525000"/>
                  </a:lnTo>
                </a:path>
                <a:path w="15050135" h="9525000">
                  <a:moveTo>
                    <a:pt x="0" y="8810625"/>
                  </a:moveTo>
                  <a:lnTo>
                    <a:pt x="0" y="714375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3602532" y="7357620"/>
            <a:ext cx="4646930" cy="1730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2250" spc="-140">
                <a:solidFill>
                  <a:srgbClr val="FFFFFF"/>
                </a:solidFill>
                <a:latin typeface="Lucida Sans Unicode"/>
                <a:cs typeface="Lucida Sans Unicode"/>
              </a:rPr>
              <a:t>Change</a:t>
            </a:r>
            <a:r>
              <a:rPr dirty="0" sz="225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20">
                <a:solidFill>
                  <a:srgbClr val="FFFFFF"/>
                </a:solidFill>
                <a:latin typeface="Lucida Sans Unicode"/>
                <a:cs typeface="Lucida Sans Unicode"/>
              </a:rPr>
              <a:t>load</a:t>
            </a:r>
            <a:r>
              <a:rPr dirty="0" sz="2250" spc="-12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dirty="0" sz="225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 spc="-150">
                <a:solidFill>
                  <a:srgbClr val="FFFFFF"/>
                </a:solidFill>
                <a:latin typeface="Lucida Sans Unicode"/>
                <a:cs typeface="Lucida Sans Unicode"/>
              </a:rPr>
              <a:t>dimensions</a:t>
            </a:r>
            <a:r>
              <a:rPr dirty="0" sz="2250" spc="-15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dirty="0" sz="225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 spc="-165">
                <a:solidFill>
                  <a:srgbClr val="FFFFFF"/>
                </a:solidFill>
                <a:latin typeface="Lucida Sans Unicode"/>
                <a:cs typeface="Lucida Sans Unicode"/>
              </a:rPr>
              <a:t>or</a:t>
            </a:r>
            <a:r>
              <a:rPr dirty="0" sz="225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10">
                <a:solidFill>
                  <a:srgbClr val="FFFFFF"/>
                </a:solidFill>
                <a:latin typeface="Lucida Sans Unicode"/>
                <a:cs typeface="Lucida Sans Unicode"/>
              </a:rPr>
              <a:t>material </a:t>
            </a:r>
            <a:r>
              <a:rPr dirty="0" sz="2250" spc="-20">
                <a:solidFill>
                  <a:srgbClr val="FFFFFF"/>
                </a:solidFill>
                <a:latin typeface="Lucida Sans Unicode"/>
                <a:cs typeface="Lucida Sans Unicode"/>
              </a:rPr>
              <a:t>properties</a:t>
            </a:r>
            <a:endParaRPr sz="2250">
              <a:latin typeface="Lucida Sans Unicode"/>
              <a:cs typeface="Lucida Sans Unicode"/>
            </a:endParaRPr>
          </a:p>
          <a:p>
            <a:pPr marL="12700" marR="160020">
              <a:lnSpc>
                <a:spcPct val="122200"/>
              </a:lnSpc>
              <a:spcBef>
                <a:spcPts val="75"/>
              </a:spcBef>
            </a:pPr>
            <a:r>
              <a:rPr dirty="0" sz="2250" spc="-120">
                <a:solidFill>
                  <a:srgbClr val="FFFFFF"/>
                </a:solidFill>
                <a:latin typeface="Lucida Sans Unicode"/>
                <a:cs typeface="Lucida Sans Unicode"/>
              </a:rPr>
              <a:t>Get</a:t>
            </a:r>
            <a:r>
              <a:rPr dirty="0" sz="225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25">
                <a:solidFill>
                  <a:srgbClr val="FFFFFF"/>
                </a:solidFill>
                <a:latin typeface="Lucida Sans Unicode"/>
                <a:cs typeface="Lucida Sans Unicode"/>
              </a:rPr>
              <a:t>acc</a:t>
            </a:r>
            <a:r>
              <a:rPr dirty="0" sz="2250" spc="-25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250" spc="-25">
                <a:solidFill>
                  <a:srgbClr val="FFFFFF"/>
                </a:solidFill>
                <a:latin typeface="Lucida Sans Unicode"/>
                <a:cs typeface="Lucida Sans Unicode"/>
              </a:rPr>
              <a:t>rate</a:t>
            </a:r>
            <a:r>
              <a:rPr dirty="0" sz="225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75">
                <a:solidFill>
                  <a:srgbClr val="FFFFFF"/>
                </a:solidFill>
                <a:latin typeface="Lucida Sans Unicode"/>
                <a:cs typeface="Lucida Sans Unicode"/>
              </a:rPr>
              <a:t>res</a:t>
            </a:r>
            <a:r>
              <a:rPr dirty="0" sz="2250" spc="-75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250" spc="-75">
                <a:solidFill>
                  <a:srgbClr val="FFFFFF"/>
                </a:solidFill>
                <a:latin typeface="Lucida Sans Unicode"/>
                <a:cs typeface="Lucida Sans Unicode"/>
              </a:rPr>
              <a:t>lts</a:t>
            </a:r>
            <a:r>
              <a:rPr dirty="0" sz="22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Lucida Sans Unicode"/>
                <a:cs typeface="Lucida Sans Unicode"/>
              </a:rPr>
              <a:t>instantl</a:t>
            </a:r>
            <a:r>
              <a:rPr dirty="0" sz="2250" spc="-10">
                <a:solidFill>
                  <a:srgbClr val="FFFFFF"/>
                </a:solidFill>
                <a:latin typeface="Arial MT"/>
                <a:cs typeface="Arial MT"/>
              </a:rPr>
              <a:t>y </a:t>
            </a:r>
            <a:r>
              <a:rPr dirty="0" sz="2250" spc="-105">
                <a:solidFill>
                  <a:srgbClr val="FFFFFF"/>
                </a:solidFill>
                <a:latin typeface="Lucida Sans Unicode"/>
                <a:cs typeface="Lucida Sans Unicode"/>
              </a:rPr>
              <a:t>Connect</a:t>
            </a:r>
            <a:r>
              <a:rPr dirty="0" sz="225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55">
                <a:solidFill>
                  <a:srgbClr val="FFFFFF"/>
                </a:solidFill>
                <a:latin typeface="Lucida Sans Unicode"/>
                <a:cs typeface="Lucida Sans Unicode"/>
              </a:rPr>
              <a:t>theor</a:t>
            </a:r>
            <a:r>
              <a:rPr dirty="0" sz="2250" spc="-55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225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 spc="-80">
                <a:solidFill>
                  <a:srgbClr val="FFFFFF"/>
                </a:solidFill>
                <a:latin typeface="Lucida Sans Unicode"/>
                <a:cs typeface="Lucida Sans Unicode"/>
              </a:rPr>
              <a:t>directl</a:t>
            </a:r>
            <a:r>
              <a:rPr dirty="0" sz="2250" spc="-8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22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 spc="-2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25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45">
                <a:solidFill>
                  <a:srgbClr val="FFFFFF"/>
                </a:solidFill>
                <a:latin typeface="Lucida Sans Unicode"/>
                <a:cs typeface="Lucida Sans Unicode"/>
              </a:rPr>
              <a:t>practice</a:t>
            </a:r>
            <a:endParaRPr sz="2250">
              <a:latin typeface="Lucida Sans Unicode"/>
              <a:cs typeface="Lucida Sans Unicode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685833" y="1484375"/>
            <a:ext cx="17602200" cy="8803005"/>
            <a:chOff x="685833" y="1484375"/>
            <a:chExt cx="17602200" cy="8803005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02624" y="1484375"/>
              <a:ext cx="9485376" cy="880262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33" y="7269998"/>
              <a:ext cx="1581149" cy="1581149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690013" y="1036124"/>
            <a:ext cx="1590675" cy="1113790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marL="12700" marR="5080">
              <a:lnSpc>
                <a:spcPct val="78100"/>
              </a:lnSpc>
              <a:spcBef>
                <a:spcPts val="1165"/>
              </a:spcBef>
            </a:pPr>
            <a:r>
              <a:rPr dirty="0" sz="4000" spc="-675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4000" spc="-24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4000" spc="-229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dirty="0" sz="4000" spc="-24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dirty="0" sz="4000" spc="-235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4000" spc="-155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dirty="0" sz="4000" spc="-3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204">
                <a:solidFill>
                  <a:srgbClr val="FFFFFF"/>
                </a:solidFill>
                <a:latin typeface="Lucida Sans Unicode"/>
                <a:cs typeface="Lucida Sans Unicode"/>
              </a:rPr>
              <a:t>Stream</a:t>
            </a:r>
            <a:endParaRPr sz="4000">
              <a:latin typeface="Lucida Sans Unicode"/>
              <a:cs typeface="Lucida Sans Unicode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346683" y="2168125"/>
            <a:ext cx="5912485" cy="621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850" spc="-10">
                <a:solidFill>
                  <a:srgbClr val="FFFFFF"/>
                </a:solidFill>
                <a:latin typeface="Arial MT"/>
                <a:cs typeface="Arial MT"/>
              </a:rPr>
              <a:t>2.</a:t>
            </a:r>
            <a:r>
              <a:rPr dirty="0" sz="3850" spc="-1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900" spc="-5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dirty="0" sz="3850" spc="-5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3900" spc="-50">
                <a:solidFill>
                  <a:srgbClr val="FFFFFF"/>
                </a:solidFill>
                <a:latin typeface="Tahoma"/>
                <a:cs typeface="Tahoma"/>
              </a:rPr>
              <a:t>stomi</a:t>
            </a:r>
            <a:r>
              <a:rPr dirty="0" sz="3850" spc="-50">
                <a:solidFill>
                  <a:srgbClr val="FFFFFF"/>
                </a:solidFill>
                <a:latin typeface="Arial MT"/>
                <a:cs typeface="Arial MT"/>
              </a:rPr>
              <a:t>z</a:t>
            </a:r>
            <a:r>
              <a:rPr dirty="0" sz="3900" spc="-50">
                <a:solidFill>
                  <a:srgbClr val="FFFFFF"/>
                </a:solidFill>
                <a:latin typeface="Tahoma"/>
                <a:cs typeface="Tahoma"/>
              </a:rPr>
              <a:t>able</a:t>
            </a:r>
            <a:r>
              <a:rPr dirty="0" sz="3900" spc="-25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900" spc="-45">
                <a:solidFill>
                  <a:srgbClr val="FFFFFF"/>
                </a:solidFill>
                <a:latin typeface="Tahoma"/>
                <a:cs typeface="Tahoma"/>
              </a:rPr>
              <a:t>Parameters</a:t>
            </a:r>
            <a:endParaRPr sz="3900">
              <a:latin typeface="Tahoma"/>
              <a:cs typeface="Tahom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205394" y="2551035"/>
            <a:ext cx="18082895" cy="7522845"/>
            <a:chOff x="205394" y="2551035"/>
            <a:chExt cx="18082895" cy="7522845"/>
          </a:xfrm>
        </p:grpSpPr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88506" y="2551035"/>
              <a:ext cx="7099492" cy="6029309"/>
            </a:xfrm>
            <a:prstGeom prst="rect">
              <a:avLst/>
            </a:prstGeom>
          </p:spPr>
        </p:pic>
        <p:pic>
          <p:nvPicPr>
            <p:cNvPr id="13" name="object 13" descr="">
              <a:hlinkClick r:id="rId5"/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5394" y="9606975"/>
              <a:ext cx="771524" cy="466709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390727" y="780846"/>
            <a:ext cx="3029585" cy="100520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365"/>
              <a:t>Features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2867024" y="380999"/>
              <a:ext cx="15050135" cy="9525000"/>
            </a:xfrm>
            <a:custGeom>
              <a:avLst/>
              <a:gdLst/>
              <a:ahLst/>
              <a:cxnLst/>
              <a:rect l="l" t="t" r="r" b="b"/>
              <a:pathLst>
                <a:path w="15050135" h="9525000">
                  <a:moveTo>
                    <a:pt x="14335125" y="9525000"/>
                  </a:moveTo>
                  <a:lnTo>
                    <a:pt x="714375" y="9525000"/>
                  </a:lnTo>
                  <a:lnTo>
                    <a:pt x="644353" y="9521570"/>
                  </a:lnTo>
                  <a:lnTo>
                    <a:pt x="575006" y="9511281"/>
                  </a:lnTo>
                  <a:lnTo>
                    <a:pt x="507000" y="9494244"/>
                  </a:lnTo>
                  <a:lnTo>
                    <a:pt x="440995" y="9470621"/>
                  </a:lnTo>
                  <a:lnTo>
                    <a:pt x="377616" y="9440655"/>
                  </a:lnTo>
                  <a:lnTo>
                    <a:pt x="317491" y="9404601"/>
                  </a:lnTo>
                  <a:lnTo>
                    <a:pt x="261177" y="9362850"/>
                  </a:lnTo>
                  <a:lnTo>
                    <a:pt x="209238" y="9315762"/>
                  </a:lnTo>
                  <a:lnTo>
                    <a:pt x="162149" y="9263821"/>
                  </a:lnTo>
                  <a:lnTo>
                    <a:pt x="120390" y="9207516"/>
                  </a:lnTo>
                  <a:lnTo>
                    <a:pt x="84347" y="9147384"/>
                  </a:lnTo>
                  <a:lnTo>
                    <a:pt x="54374" y="9084004"/>
                  </a:lnTo>
                  <a:lnTo>
                    <a:pt x="30751" y="9017997"/>
                  </a:lnTo>
                  <a:lnTo>
                    <a:pt x="13725" y="8949995"/>
                  </a:lnTo>
                  <a:lnTo>
                    <a:pt x="3431" y="8880644"/>
                  </a:lnTo>
                  <a:lnTo>
                    <a:pt x="0" y="8810625"/>
                  </a:lnTo>
                  <a:lnTo>
                    <a:pt x="0" y="714375"/>
                  </a:lnTo>
                  <a:lnTo>
                    <a:pt x="3431" y="644353"/>
                  </a:lnTo>
                  <a:lnTo>
                    <a:pt x="13725" y="575006"/>
                  </a:lnTo>
                  <a:lnTo>
                    <a:pt x="30752" y="507000"/>
                  </a:lnTo>
                  <a:lnTo>
                    <a:pt x="54380" y="440995"/>
                  </a:lnTo>
                  <a:lnTo>
                    <a:pt x="84345" y="377616"/>
                  </a:lnTo>
                  <a:lnTo>
                    <a:pt x="120393" y="317488"/>
                  </a:lnTo>
                  <a:lnTo>
                    <a:pt x="162148" y="261174"/>
                  </a:lnTo>
                  <a:lnTo>
                    <a:pt x="209233" y="209232"/>
                  </a:lnTo>
                  <a:lnTo>
                    <a:pt x="261172" y="162145"/>
                  </a:lnTo>
                  <a:lnTo>
                    <a:pt x="317490" y="120395"/>
                  </a:lnTo>
                  <a:lnTo>
                    <a:pt x="377615" y="84343"/>
                  </a:lnTo>
                  <a:lnTo>
                    <a:pt x="440996" y="54380"/>
                  </a:lnTo>
                  <a:lnTo>
                    <a:pt x="507000" y="30753"/>
                  </a:lnTo>
                  <a:lnTo>
                    <a:pt x="575007" y="13728"/>
                  </a:lnTo>
                  <a:lnTo>
                    <a:pt x="644353" y="3431"/>
                  </a:lnTo>
                  <a:lnTo>
                    <a:pt x="714375" y="0"/>
                  </a:lnTo>
                  <a:lnTo>
                    <a:pt x="14335125" y="0"/>
                  </a:lnTo>
                  <a:lnTo>
                    <a:pt x="14405135" y="3430"/>
                  </a:lnTo>
                  <a:lnTo>
                    <a:pt x="14474476" y="13724"/>
                  </a:lnTo>
                  <a:lnTo>
                    <a:pt x="14542487" y="30751"/>
                  </a:lnTo>
                  <a:lnTo>
                    <a:pt x="14608494" y="54376"/>
                  </a:lnTo>
                  <a:lnTo>
                    <a:pt x="14671848" y="84324"/>
                  </a:lnTo>
                  <a:lnTo>
                    <a:pt x="14732025" y="120405"/>
                  </a:lnTo>
                  <a:lnTo>
                    <a:pt x="14788331" y="162147"/>
                  </a:lnTo>
                  <a:lnTo>
                    <a:pt x="14840252" y="209218"/>
                  </a:lnTo>
                  <a:lnTo>
                    <a:pt x="14887363" y="261198"/>
                  </a:lnTo>
                  <a:lnTo>
                    <a:pt x="14929094" y="317496"/>
                  </a:lnTo>
                  <a:lnTo>
                    <a:pt x="14965133" y="377606"/>
                  </a:lnTo>
                  <a:lnTo>
                    <a:pt x="14995108" y="440996"/>
                  </a:lnTo>
                  <a:lnTo>
                    <a:pt x="15018742" y="507000"/>
                  </a:lnTo>
                  <a:lnTo>
                    <a:pt x="15035769" y="575010"/>
                  </a:lnTo>
                  <a:lnTo>
                    <a:pt x="15046060" y="644355"/>
                  </a:lnTo>
                  <a:lnTo>
                    <a:pt x="15049515" y="714374"/>
                  </a:lnTo>
                  <a:lnTo>
                    <a:pt x="15049515" y="8810625"/>
                  </a:lnTo>
                  <a:lnTo>
                    <a:pt x="15048641" y="8845677"/>
                  </a:lnTo>
                  <a:lnTo>
                    <a:pt x="15041765" y="8915445"/>
                  </a:lnTo>
                  <a:lnTo>
                    <a:pt x="15028091" y="8984207"/>
                  </a:lnTo>
                  <a:lnTo>
                    <a:pt x="15007739" y="9051289"/>
                  </a:lnTo>
                  <a:lnTo>
                    <a:pt x="14980901" y="9116061"/>
                  </a:lnTo>
                  <a:lnTo>
                    <a:pt x="14947866" y="9177891"/>
                  </a:lnTo>
                  <a:lnTo>
                    <a:pt x="14908920" y="9236176"/>
                  </a:lnTo>
                  <a:lnTo>
                    <a:pt x="14864449" y="9290364"/>
                  </a:lnTo>
                  <a:lnTo>
                    <a:pt x="14814880" y="9339933"/>
                  </a:lnTo>
                  <a:lnTo>
                    <a:pt x="14760681" y="9384418"/>
                  </a:lnTo>
                  <a:lnTo>
                    <a:pt x="14702397" y="9423363"/>
                  </a:lnTo>
                  <a:lnTo>
                    <a:pt x="14640560" y="9456419"/>
                  </a:lnTo>
                  <a:lnTo>
                    <a:pt x="14575778" y="9483248"/>
                  </a:lnTo>
                  <a:lnTo>
                    <a:pt x="14508696" y="9503597"/>
                  </a:lnTo>
                  <a:lnTo>
                    <a:pt x="14439949" y="9517275"/>
                  </a:lnTo>
                  <a:lnTo>
                    <a:pt x="14370201" y="9524144"/>
                  </a:lnTo>
                  <a:lnTo>
                    <a:pt x="14335125" y="95250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867025" y="380999"/>
              <a:ext cx="15050135" cy="9525000"/>
            </a:xfrm>
            <a:custGeom>
              <a:avLst/>
              <a:gdLst/>
              <a:ahLst/>
              <a:cxnLst/>
              <a:rect l="l" t="t" r="r" b="b"/>
              <a:pathLst>
                <a:path w="15050135" h="9525000">
                  <a:moveTo>
                    <a:pt x="714375" y="0"/>
                  </a:moveTo>
                  <a:lnTo>
                    <a:pt x="14335125" y="0"/>
                  </a:lnTo>
                </a:path>
                <a:path w="15050135" h="9525000">
                  <a:moveTo>
                    <a:pt x="15049515" y="714375"/>
                  </a:moveTo>
                  <a:lnTo>
                    <a:pt x="15049515" y="8810625"/>
                  </a:lnTo>
                </a:path>
                <a:path w="15050135" h="9525000">
                  <a:moveTo>
                    <a:pt x="14335125" y="9525000"/>
                  </a:moveTo>
                  <a:lnTo>
                    <a:pt x="714375" y="9525000"/>
                  </a:lnTo>
                </a:path>
                <a:path w="15050135" h="9525000">
                  <a:moveTo>
                    <a:pt x="0" y="8810625"/>
                  </a:moveTo>
                  <a:lnTo>
                    <a:pt x="0" y="714375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80999" y="380999"/>
              <a:ext cx="2190750" cy="9525000"/>
            </a:xfrm>
            <a:custGeom>
              <a:avLst/>
              <a:gdLst/>
              <a:ahLst/>
              <a:cxnLst/>
              <a:rect l="l" t="t" r="r" b="b"/>
              <a:pathLst>
                <a:path w="2190750" h="9525000">
                  <a:moveTo>
                    <a:pt x="1478756" y="9525000"/>
                  </a:moveTo>
                  <a:lnTo>
                    <a:pt x="711994" y="9525000"/>
                  </a:lnTo>
                  <a:lnTo>
                    <a:pt x="642206" y="9521574"/>
                  </a:lnTo>
                  <a:lnTo>
                    <a:pt x="573092" y="9511314"/>
                  </a:lnTo>
                  <a:lnTo>
                    <a:pt x="505309" y="9494351"/>
                  </a:lnTo>
                  <a:lnTo>
                    <a:pt x="439524" y="9470806"/>
                  </a:lnTo>
                  <a:lnTo>
                    <a:pt x="376361" y="9440934"/>
                  </a:lnTo>
                  <a:lnTo>
                    <a:pt x="316433" y="9405001"/>
                  </a:lnTo>
                  <a:lnTo>
                    <a:pt x="260302" y="9363389"/>
                  </a:lnTo>
                  <a:lnTo>
                    <a:pt x="208540" y="9316458"/>
                  </a:lnTo>
                  <a:lnTo>
                    <a:pt x="161607" y="9264699"/>
                  </a:lnTo>
                  <a:lnTo>
                    <a:pt x="119999" y="9208565"/>
                  </a:lnTo>
                  <a:lnTo>
                    <a:pt x="84065" y="9148642"/>
                  </a:lnTo>
                  <a:lnTo>
                    <a:pt x="54193" y="9085470"/>
                  </a:lnTo>
                  <a:lnTo>
                    <a:pt x="30651" y="9019691"/>
                  </a:lnTo>
                  <a:lnTo>
                    <a:pt x="13678" y="8951910"/>
                  </a:lnTo>
                  <a:lnTo>
                    <a:pt x="3421" y="8882797"/>
                  </a:lnTo>
                  <a:lnTo>
                    <a:pt x="0" y="8813006"/>
                  </a:lnTo>
                  <a:lnTo>
                    <a:pt x="0" y="711993"/>
                  </a:lnTo>
                  <a:lnTo>
                    <a:pt x="3420" y="642205"/>
                  </a:lnTo>
                  <a:lnTo>
                    <a:pt x="13679" y="573090"/>
                  </a:lnTo>
                  <a:lnTo>
                    <a:pt x="30651" y="505310"/>
                  </a:lnTo>
                  <a:lnTo>
                    <a:pt x="54196" y="439525"/>
                  </a:lnTo>
                  <a:lnTo>
                    <a:pt x="84064" y="376358"/>
                  </a:lnTo>
                  <a:lnTo>
                    <a:pt x="119993" y="316431"/>
                  </a:lnTo>
                  <a:lnTo>
                    <a:pt x="161609" y="260304"/>
                  </a:lnTo>
                  <a:lnTo>
                    <a:pt x="208538" y="208538"/>
                  </a:lnTo>
                  <a:lnTo>
                    <a:pt x="260304" y="161609"/>
                  </a:lnTo>
                  <a:lnTo>
                    <a:pt x="316432" y="119993"/>
                  </a:lnTo>
                  <a:lnTo>
                    <a:pt x="376358" y="84063"/>
                  </a:lnTo>
                  <a:lnTo>
                    <a:pt x="439525" y="54196"/>
                  </a:lnTo>
                  <a:lnTo>
                    <a:pt x="505310" y="30650"/>
                  </a:lnTo>
                  <a:lnTo>
                    <a:pt x="573090" y="13679"/>
                  </a:lnTo>
                  <a:lnTo>
                    <a:pt x="642205" y="3419"/>
                  </a:lnTo>
                  <a:lnTo>
                    <a:pt x="711994" y="0"/>
                  </a:lnTo>
                  <a:lnTo>
                    <a:pt x="1478755" y="0"/>
                  </a:lnTo>
                  <a:lnTo>
                    <a:pt x="1513690" y="853"/>
                  </a:lnTo>
                  <a:lnTo>
                    <a:pt x="1583228" y="7699"/>
                  </a:lnTo>
                  <a:lnTo>
                    <a:pt x="1651757" y="21334"/>
                  </a:lnTo>
                  <a:lnTo>
                    <a:pt x="1718624" y="41616"/>
                  </a:lnTo>
                  <a:lnTo>
                    <a:pt x="1783174" y="68355"/>
                  </a:lnTo>
                  <a:lnTo>
                    <a:pt x="1844796" y="101291"/>
                  </a:lnTo>
                  <a:lnTo>
                    <a:pt x="1902890" y="140111"/>
                  </a:lnTo>
                  <a:lnTo>
                    <a:pt x="1956905" y="184436"/>
                  </a:lnTo>
                  <a:lnTo>
                    <a:pt x="2006310" y="233845"/>
                  </a:lnTo>
                  <a:lnTo>
                    <a:pt x="2050639" y="287857"/>
                  </a:lnTo>
                  <a:lnTo>
                    <a:pt x="2089456" y="345953"/>
                  </a:lnTo>
                  <a:lnTo>
                    <a:pt x="2122396" y="407575"/>
                  </a:lnTo>
                  <a:lnTo>
                    <a:pt x="2149133" y="472129"/>
                  </a:lnTo>
                  <a:lnTo>
                    <a:pt x="2169416" y="538992"/>
                  </a:lnTo>
                  <a:lnTo>
                    <a:pt x="2183047" y="607521"/>
                  </a:lnTo>
                  <a:lnTo>
                    <a:pt x="2189898" y="677057"/>
                  </a:lnTo>
                  <a:lnTo>
                    <a:pt x="2190750" y="8813006"/>
                  </a:lnTo>
                  <a:lnTo>
                    <a:pt x="2189896" y="8847940"/>
                  </a:lnTo>
                  <a:lnTo>
                    <a:pt x="2183048" y="8917478"/>
                  </a:lnTo>
                  <a:lnTo>
                    <a:pt x="2169415" y="8986007"/>
                  </a:lnTo>
                  <a:lnTo>
                    <a:pt x="2149135" y="9052873"/>
                  </a:lnTo>
                  <a:lnTo>
                    <a:pt x="2122396" y="9117423"/>
                  </a:lnTo>
                  <a:lnTo>
                    <a:pt x="2089456" y="9179045"/>
                  </a:lnTo>
                  <a:lnTo>
                    <a:pt x="2050639" y="9237140"/>
                  </a:lnTo>
                  <a:lnTo>
                    <a:pt x="2006314" y="9291157"/>
                  </a:lnTo>
                  <a:lnTo>
                    <a:pt x="1956905" y="9340560"/>
                  </a:lnTo>
                  <a:lnTo>
                    <a:pt x="1902890" y="9384888"/>
                  </a:lnTo>
                  <a:lnTo>
                    <a:pt x="1844794" y="9423700"/>
                  </a:lnTo>
                  <a:lnTo>
                    <a:pt x="1783175" y="9456647"/>
                  </a:lnTo>
                  <a:lnTo>
                    <a:pt x="1718624" y="9483385"/>
                  </a:lnTo>
                  <a:lnTo>
                    <a:pt x="1651758" y="9503667"/>
                  </a:lnTo>
                  <a:lnTo>
                    <a:pt x="1583227" y="9517290"/>
                  </a:lnTo>
                  <a:lnTo>
                    <a:pt x="1513690" y="9524146"/>
                  </a:lnTo>
                  <a:lnTo>
                    <a:pt x="1478756" y="95250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81000" y="380999"/>
              <a:ext cx="2190750" cy="9525000"/>
            </a:xfrm>
            <a:custGeom>
              <a:avLst/>
              <a:gdLst/>
              <a:ahLst/>
              <a:cxnLst/>
              <a:rect l="l" t="t" r="r" b="b"/>
              <a:pathLst>
                <a:path w="2190750" h="9525000">
                  <a:moveTo>
                    <a:pt x="711993" y="0"/>
                  </a:moveTo>
                  <a:lnTo>
                    <a:pt x="1478756" y="0"/>
                  </a:lnTo>
                </a:path>
                <a:path w="2190750" h="9525000">
                  <a:moveTo>
                    <a:pt x="2190750" y="711993"/>
                  </a:moveTo>
                  <a:lnTo>
                    <a:pt x="2190750" y="8813006"/>
                  </a:lnTo>
                </a:path>
                <a:path w="2190750" h="9525000">
                  <a:moveTo>
                    <a:pt x="1478756" y="9525000"/>
                  </a:moveTo>
                  <a:lnTo>
                    <a:pt x="711993" y="9525000"/>
                  </a:lnTo>
                </a:path>
                <a:path w="2190750" h="9525000">
                  <a:moveTo>
                    <a:pt x="0" y="8813006"/>
                  </a:moveTo>
                  <a:lnTo>
                    <a:pt x="0" y="711993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3602532" y="7362345"/>
            <a:ext cx="5293995" cy="172593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333375">
              <a:lnSpc>
                <a:spcPct val="125000"/>
              </a:lnSpc>
              <a:spcBef>
                <a:spcPts val="60"/>
              </a:spcBef>
            </a:pPr>
            <a:r>
              <a:rPr dirty="0" sz="2250" spc="-240">
                <a:solidFill>
                  <a:srgbClr val="FFFFFF"/>
                </a:solidFill>
                <a:latin typeface="Lucida Sans Unicode"/>
                <a:cs typeface="Lucida Sans Unicode"/>
              </a:rPr>
              <a:t>No</a:t>
            </a:r>
            <a:r>
              <a:rPr dirty="0" sz="225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40">
                <a:solidFill>
                  <a:srgbClr val="FFFFFF"/>
                </a:solidFill>
                <a:latin typeface="Lucida Sans Unicode"/>
                <a:cs typeface="Lucida Sans Unicode"/>
              </a:rPr>
              <a:t>hea</a:t>
            </a:r>
            <a:r>
              <a:rPr dirty="0" sz="2250" spc="-40">
                <a:solidFill>
                  <a:srgbClr val="FFFFFF"/>
                </a:solidFill>
                <a:latin typeface="Arial MT"/>
                <a:cs typeface="Arial MT"/>
              </a:rPr>
              <a:t>vy</a:t>
            </a:r>
            <a:r>
              <a:rPr dirty="0" sz="225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 spc="-60">
                <a:solidFill>
                  <a:srgbClr val="FFFFFF"/>
                </a:solidFill>
                <a:latin typeface="Lucida Sans Unicode"/>
                <a:cs typeface="Lucida Sans Unicode"/>
              </a:rPr>
              <a:t>soft</a:t>
            </a:r>
            <a:r>
              <a:rPr dirty="0" sz="2250" spc="-60">
                <a:solidFill>
                  <a:srgbClr val="FFFFFF"/>
                </a:solidFill>
                <a:latin typeface="Arial MT"/>
                <a:cs typeface="Arial MT"/>
              </a:rPr>
              <a:t>w</a:t>
            </a:r>
            <a:r>
              <a:rPr dirty="0" sz="2250" spc="-60">
                <a:solidFill>
                  <a:srgbClr val="FFFFFF"/>
                </a:solidFill>
                <a:latin typeface="Lucida Sans Unicode"/>
                <a:cs typeface="Lucida Sans Unicode"/>
              </a:rPr>
              <a:t>are</a:t>
            </a:r>
            <a:r>
              <a:rPr dirty="0" sz="2250" spc="-105">
                <a:solidFill>
                  <a:srgbClr val="FFFFFF"/>
                </a:solidFill>
                <a:latin typeface="Lucida Sans Unicode"/>
                <a:cs typeface="Lucida Sans Unicode"/>
              </a:rPr>
              <a:t> installation</a:t>
            </a:r>
            <a:r>
              <a:rPr dirty="0" sz="225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00">
                <a:solidFill>
                  <a:srgbClr val="FFFFFF"/>
                </a:solidFill>
                <a:latin typeface="Lucida Sans Unicode"/>
                <a:cs typeface="Lucida Sans Unicode"/>
              </a:rPr>
              <a:t>req</a:t>
            </a:r>
            <a:r>
              <a:rPr dirty="0" sz="2250" spc="-10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250" spc="-100">
                <a:solidFill>
                  <a:srgbClr val="FFFFFF"/>
                </a:solidFill>
                <a:latin typeface="Lucida Sans Unicode"/>
                <a:cs typeface="Lucida Sans Unicode"/>
              </a:rPr>
              <a:t>ired </a:t>
            </a:r>
            <a:r>
              <a:rPr dirty="0" sz="2250" spc="-35">
                <a:solidFill>
                  <a:srgbClr val="FFFFFF"/>
                </a:solidFill>
                <a:latin typeface="Tahoma"/>
                <a:cs typeface="Tahoma"/>
              </a:rPr>
              <a:t>Integrated</a:t>
            </a:r>
            <a:r>
              <a:rPr dirty="0" sz="2250" spc="-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50" spc="-25">
                <a:solidFill>
                  <a:srgbClr val="FFFFFF"/>
                </a:solidFill>
                <a:latin typeface="Tahoma"/>
                <a:cs typeface="Tahoma"/>
              </a:rPr>
              <a:t>Problem</a:t>
            </a:r>
            <a:r>
              <a:rPr dirty="0" sz="2250" spc="-25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2250" spc="-10">
                <a:solidFill>
                  <a:srgbClr val="FFFFFF"/>
                </a:solidFill>
                <a:latin typeface="Tahoma"/>
                <a:cs typeface="Tahoma"/>
              </a:rPr>
              <a:t>Sol</a:t>
            </a:r>
            <a:r>
              <a:rPr dirty="0" sz="2250" spc="-1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250" spc="-10">
                <a:solidFill>
                  <a:srgbClr val="FFFFFF"/>
                </a:solidFill>
                <a:latin typeface="Tahoma"/>
                <a:cs typeface="Tahoma"/>
              </a:rPr>
              <a:t>ing</a:t>
            </a:r>
            <a:endParaRPr sz="2250">
              <a:latin typeface="Tahoma"/>
              <a:cs typeface="Tahoma"/>
            </a:endParaRPr>
          </a:p>
          <a:p>
            <a:pPr marL="12700" marR="5080">
              <a:lnSpc>
                <a:spcPct val="122200"/>
              </a:lnSpc>
              <a:spcBef>
                <a:spcPts val="75"/>
              </a:spcBef>
            </a:pPr>
            <a:r>
              <a:rPr dirty="0" sz="2250" spc="-110">
                <a:solidFill>
                  <a:srgbClr val="FFFFFF"/>
                </a:solidFill>
                <a:latin typeface="Lucida Sans Unicode"/>
                <a:cs typeface="Lucida Sans Unicode"/>
              </a:rPr>
              <a:t>Generates</a:t>
            </a:r>
            <a:r>
              <a:rPr dirty="0" sz="225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70">
                <a:solidFill>
                  <a:srgbClr val="FFFFFF"/>
                </a:solidFill>
                <a:latin typeface="Lucida Sans Unicode"/>
                <a:cs typeface="Lucida Sans Unicode"/>
              </a:rPr>
              <a:t>problems</a:t>
            </a:r>
            <a:r>
              <a:rPr dirty="0" sz="225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85">
                <a:solidFill>
                  <a:srgbClr val="FFFFFF"/>
                </a:solidFill>
                <a:latin typeface="Lucida Sans Unicode"/>
                <a:cs typeface="Lucida Sans Unicode"/>
              </a:rPr>
              <a:t>based</a:t>
            </a:r>
            <a:r>
              <a:rPr dirty="0" sz="225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70">
                <a:solidFill>
                  <a:srgbClr val="FFFFFF"/>
                </a:solidFill>
                <a:latin typeface="Lucida Sans Unicode"/>
                <a:cs typeface="Lucida Sans Unicode"/>
              </a:rPr>
              <a:t>on</a:t>
            </a:r>
            <a:r>
              <a:rPr dirty="0" sz="225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05">
                <a:solidFill>
                  <a:srgbClr val="FFFFFF"/>
                </a:solidFill>
                <a:latin typeface="Lucida Sans Unicode"/>
                <a:cs typeface="Lucida Sans Unicode"/>
              </a:rPr>
              <a:t>sim</a:t>
            </a:r>
            <a:r>
              <a:rPr dirty="0" sz="2250" spc="-105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250" spc="-105">
                <a:solidFill>
                  <a:srgbClr val="FFFFFF"/>
                </a:solidFill>
                <a:latin typeface="Lucida Sans Unicode"/>
                <a:cs typeface="Lucida Sans Unicode"/>
              </a:rPr>
              <a:t>lations </a:t>
            </a:r>
            <a:r>
              <a:rPr dirty="0" sz="2250" spc="-110">
                <a:solidFill>
                  <a:srgbClr val="FFFFFF"/>
                </a:solidFill>
                <a:latin typeface="Lucida Sans Unicode"/>
                <a:cs typeface="Lucida Sans Unicode"/>
              </a:rPr>
              <a:t>Reinforces</a:t>
            </a:r>
            <a:r>
              <a:rPr dirty="0" sz="2250" spc="-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45">
                <a:solidFill>
                  <a:srgbClr val="FFFFFF"/>
                </a:solidFill>
                <a:latin typeface="Lucida Sans Unicode"/>
                <a:cs typeface="Lucida Sans Unicode"/>
              </a:rPr>
              <a:t>learning</a:t>
            </a:r>
            <a:r>
              <a:rPr dirty="0" sz="22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45">
                <a:solidFill>
                  <a:srgbClr val="FFFFFF"/>
                </a:solidFill>
                <a:latin typeface="Lucida Sans Unicode"/>
                <a:cs typeface="Lucida Sans Unicode"/>
              </a:rPr>
              <a:t>immediatel</a:t>
            </a:r>
            <a:r>
              <a:rPr dirty="0" sz="2250" spc="-45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endParaRPr sz="2250">
              <a:latin typeface="Arial MT"/>
              <a:cs typeface="Arial MT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205394" y="1484375"/>
            <a:ext cx="18082895" cy="8803005"/>
            <a:chOff x="205394" y="1484375"/>
            <a:chExt cx="18082895" cy="8803005"/>
          </a:xfrm>
        </p:grpSpPr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02624" y="1484375"/>
              <a:ext cx="9485376" cy="880262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33" y="7269998"/>
              <a:ext cx="1581149" cy="158114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86160" y="2703850"/>
              <a:ext cx="7101839" cy="5676893"/>
            </a:xfrm>
            <a:prstGeom prst="rect">
              <a:avLst/>
            </a:prstGeom>
          </p:spPr>
        </p:pic>
        <p:pic>
          <p:nvPicPr>
            <p:cNvPr id="12" name="object 12" descr="">
              <a:hlinkClick r:id="rId5"/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5394" y="9606976"/>
              <a:ext cx="771524" cy="466709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3381217" y="2168125"/>
            <a:ext cx="4890135" cy="621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850">
                <a:solidFill>
                  <a:srgbClr val="FFFFFF"/>
                </a:solidFill>
                <a:latin typeface="Arial MT"/>
                <a:cs typeface="Arial MT"/>
              </a:rPr>
              <a:t>3.</a:t>
            </a:r>
            <a:r>
              <a:rPr dirty="0" sz="3850" spc="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900">
                <a:solidFill>
                  <a:srgbClr val="FFFFFF"/>
                </a:solidFill>
                <a:latin typeface="Tahoma"/>
                <a:cs typeface="Tahoma"/>
              </a:rPr>
              <a:t>Clo</a:t>
            </a:r>
            <a:r>
              <a:rPr dirty="0" sz="385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390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dirty="0" sz="385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3900" spc="-3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dirty="0" sz="3900" spc="-2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900" spc="-10">
                <a:solidFill>
                  <a:srgbClr val="FFFFFF"/>
                </a:solidFill>
                <a:latin typeface="Tahoma"/>
                <a:cs typeface="Tahoma"/>
              </a:rPr>
              <a:t>Access</a:t>
            </a:r>
            <a:endParaRPr sz="39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90013" y="1036124"/>
            <a:ext cx="1590675" cy="1113790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marL="12700" marR="5080">
              <a:lnSpc>
                <a:spcPct val="78100"/>
              </a:lnSpc>
              <a:spcBef>
                <a:spcPts val="1165"/>
              </a:spcBef>
            </a:pPr>
            <a:r>
              <a:rPr dirty="0" sz="4000" spc="-675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4000" spc="-24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4000" spc="-229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dirty="0" sz="4000" spc="-24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dirty="0" sz="4000" spc="-235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4000" spc="-155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dirty="0" sz="4000" spc="-3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204">
                <a:solidFill>
                  <a:srgbClr val="FFFFFF"/>
                </a:solidFill>
                <a:latin typeface="Lucida Sans Unicode"/>
                <a:cs typeface="Lucida Sans Unicode"/>
              </a:rPr>
              <a:t>Stream</a:t>
            </a:r>
            <a:endParaRPr sz="40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390727" y="780846"/>
            <a:ext cx="3029585" cy="100520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365"/>
              <a:t>Features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607531" y="960169"/>
            <a:ext cx="12323445" cy="2465705"/>
          </a:xfrm>
          <a:prstGeom prst="rect">
            <a:avLst/>
          </a:prstGeom>
        </p:spPr>
        <p:txBody>
          <a:bodyPr wrap="square" lIns="0" tIns="280035" rIns="0" bIns="0" rtlCol="0" vert="horz">
            <a:spAutoFit/>
          </a:bodyPr>
          <a:lstStyle/>
          <a:p>
            <a:pPr marL="12700" marR="5080">
              <a:lnSpc>
                <a:spcPct val="73100"/>
              </a:lnSpc>
              <a:spcBef>
                <a:spcPts val="2205"/>
              </a:spcBef>
            </a:pPr>
            <a:r>
              <a:rPr dirty="0" sz="6500" spc="-254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dirty="0" sz="6500" spc="-5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500" spc="-204">
                <a:solidFill>
                  <a:srgbClr val="FFFFFF"/>
                </a:solidFill>
                <a:latin typeface="Tahoma"/>
                <a:cs typeface="Tahoma"/>
              </a:rPr>
              <a:t>Interacti</a:t>
            </a:r>
            <a:r>
              <a:rPr dirty="0" sz="6400" spc="-204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6500" spc="-204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6500" spc="-5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500" spc="-175">
                <a:solidFill>
                  <a:srgbClr val="FFFFFF"/>
                </a:solidFill>
                <a:latin typeface="Tahoma"/>
                <a:cs typeface="Tahoma"/>
              </a:rPr>
              <a:t>Web</a:t>
            </a:r>
            <a:r>
              <a:rPr dirty="0" sz="6400" spc="-175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6500" spc="-155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dirty="0" sz="6500" spc="-5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500" spc="-30">
                <a:solidFill>
                  <a:srgbClr val="FFFFFF"/>
                </a:solidFill>
                <a:latin typeface="Tahoma"/>
                <a:cs typeface="Tahoma"/>
              </a:rPr>
              <a:t>Learning </a:t>
            </a:r>
            <a:r>
              <a:rPr dirty="0" sz="6500" spc="-160">
                <a:solidFill>
                  <a:srgbClr val="FFFFFF"/>
                </a:solidFill>
                <a:latin typeface="Tahoma"/>
                <a:cs typeface="Tahoma"/>
              </a:rPr>
              <a:t>Platform</a:t>
            </a:r>
            <a:r>
              <a:rPr dirty="0" sz="6500" spc="-6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500" spc="-35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dirty="0" sz="6500" spc="-6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500" spc="-225">
                <a:solidFill>
                  <a:srgbClr val="FFFFFF"/>
                </a:solidFill>
                <a:latin typeface="Tahoma"/>
                <a:cs typeface="Tahoma"/>
              </a:rPr>
              <a:t>Engineers</a:t>
            </a:r>
            <a:r>
              <a:rPr dirty="0" sz="6500" spc="-6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500" spc="-475">
                <a:solidFill>
                  <a:srgbClr val="FFFFFF"/>
                </a:solidFill>
                <a:latin typeface="Tahoma"/>
                <a:cs typeface="Tahoma"/>
              </a:rPr>
              <a:t>We</a:t>
            </a:r>
            <a:r>
              <a:rPr dirty="0" sz="6500" spc="-6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500" spc="-10">
                <a:solidFill>
                  <a:srgbClr val="FFFFFF"/>
                </a:solidFill>
                <a:latin typeface="Tahoma"/>
                <a:cs typeface="Tahoma"/>
              </a:rPr>
              <a:t>don</a:t>
            </a:r>
            <a:r>
              <a:rPr dirty="0" sz="6400" spc="-10">
                <a:solidFill>
                  <a:srgbClr val="FFFFFF"/>
                </a:solidFill>
                <a:latin typeface="Arial MT"/>
                <a:cs typeface="Arial MT"/>
              </a:rPr>
              <a:t>'</a:t>
            </a:r>
            <a:r>
              <a:rPr dirty="0" sz="6500" spc="-1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dirty="0" sz="6500" spc="-6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500" spc="-20">
                <a:solidFill>
                  <a:srgbClr val="FFFFFF"/>
                </a:solidFill>
                <a:latin typeface="Tahoma"/>
                <a:cs typeface="Tahoma"/>
              </a:rPr>
              <a:t>j</a:t>
            </a:r>
            <a:r>
              <a:rPr dirty="0" sz="6400" spc="-2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6500" spc="-20">
                <a:solidFill>
                  <a:srgbClr val="FFFFFF"/>
                </a:solidFill>
                <a:latin typeface="Tahoma"/>
                <a:cs typeface="Tahoma"/>
              </a:rPr>
              <a:t>st </a:t>
            </a:r>
            <a:r>
              <a:rPr dirty="0" sz="6500" spc="-160">
                <a:solidFill>
                  <a:srgbClr val="FFFFFF"/>
                </a:solidFill>
                <a:latin typeface="Tahoma"/>
                <a:cs typeface="Tahoma"/>
              </a:rPr>
              <a:t>sho</a:t>
            </a:r>
            <a:r>
              <a:rPr dirty="0" sz="6400" spc="-160">
                <a:solidFill>
                  <a:srgbClr val="FFFFFF"/>
                </a:solidFill>
                <a:latin typeface="Arial MT"/>
                <a:cs typeface="Arial MT"/>
              </a:rPr>
              <a:t>w</a:t>
            </a:r>
            <a:r>
              <a:rPr dirty="0" sz="6400" spc="-3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400" spc="-145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6500" spc="-145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6400" spc="-145">
                <a:solidFill>
                  <a:srgbClr val="FFFFFF"/>
                </a:solidFill>
                <a:latin typeface="Arial MT"/>
                <a:cs typeface="Arial MT"/>
              </a:rPr>
              <a:t>u,</a:t>
            </a:r>
            <a:r>
              <a:rPr dirty="0" sz="6400" spc="-3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400" spc="-275">
                <a:solidFill>
                  <a:srgbClr val="FFFFFF"/>
                </a:solidFill>
                <a:latin typeface="Arial MT"/>
                <a:cs typeface="Arial MT"/>
              </a:rPr>
              <a:t>w</a:t>
            </a:r>
            <a:r>
              <a:rPr dirty="0" sz="6500" spc="-275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6500" spc="-6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500" spc="-229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dirty="0" sz="6400" spc="-229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6500" spc="-229">
                <a:solidFill>
                  <a:srgbClr val="FFFFFF"/>
                </a:solidFill>
                <a:latin typeface="Tahoma"/>
                <a:cs typeface="Tahoma"/>
              </a:rPr>
              <a:t>ol</a:t>
            </a:r>
            <a:r>
              <a:rPr dirty="0" sz="6400" spc="-229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6500" spc="-229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6500" spc="-6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400" spc="-2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6500" spc="-2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6400" spc="-2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6400" spc="-2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endParaRPr sz="64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0013" y="1036124"/>
            <a:ext cx="1590675" cy="1113790"/>
          </a:xfrm>
          <a:prstGeom prst="rect"/>
        </p:spPr>
        <p:txBody>
          <a:bodyPr wrap="square" lIns="0" tIns="147955" rIns="0" bIns="0" rtlCol="0" vert="horz">
            <a:spAutoFit/>
          </a:bodyPr>
          <a:lstStyle/>
          <a:p>
            <a:pPr marL="12700" marR="5080">
              <a:lnSpc>
                <a:spcPct val="78100"/>
              </a:lnSpc>
              <a:spcBef>
                <a:spcPts val="1165"/>
              </a:spcBef>
            </a:pPr>
            <a:r>
              <a:rPr dirty="0" sz="4000" spc="-675"/>
              <a:t>T</a:t>
            </a:r>
            <a:r>
              <a:rPr dirty="0" sz="4000" spc="-240"/>
              <a:t>e</a:t>
            </a:r>
            <a:r>
              <a:rPr dirty="0" sz="4000" spc="-229"/>
              <a:t>c</a:t>
            </a:r>
            <a:r>
              <a:rPr dirty="0" sz="4000" spc="-240"/>
              <a:t>h</a:t>
            </a:r>
            <a:r>
              <a:rPr dirty="0" sz="4000" spc="-235"/>
              <a:t>E</a:t>
            </a:r>
            <a:r>
              <a:rPr dirty="0" sz="4000" spc="-155"/>
              <a:t>d</a:t>
            </a:r>
            <a:r>
              <a:rPr dirty="0" sz="4000" spc="-300"/>
              <a:t> </a:t>
            </a:r>
            <a:r>
              <a:rPr dirty="0" sz="4000" spc="-204"/>
              <a:t>Stream</a:t>
            </a:r>
            <a:endParaRPr sz="4000"/>
          </a:p>
        </p:txBody>
      </p:sp>
      <p:grpSp>
        <p:nvGrpSpPr>
          <p:cNvPr id="4" name="object 4" descr=""/>
          <p:cNvGrpSpPr/>
          <p:nvPr/>
        </p:nvGrpSpPr>
        <p:grpSpPr>
          <a:xfrm>
            <a:off x="205394" y="7269998"/>
            <a:ext cx="2061845" cy="2804160"/>
            <a:chOff x="205394" y="7269998"/>
            <a:chExt cx="2061845" cy="280416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33" y="7269998"/>
              <a:ext cx="1581149" cy="1581149"/>
            </a:xfrm>
            <a:prstGeom prst="rect">
              <a:avLst/>
            </a:prstGeom>
          </p:spPr>
        </p:pic>
        <p:pic>
          <p:nvPicPr>
            <p:cNvPr id="6" name="object 6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394" y="9606976"/>
              <a:ext cx="771524" cy="46670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2857499" y="380999"/>
              <a:ext cx="15049500" cy="9525000"/>
            </a:xfrm>
            <a:custGeom>
              <a:avLst/>
              <a:gdLst/>
              <a:ahLst/>
              <a:cxnLst/>
              <a:rect l="l" t="t" r="r" b="b"/>
              <a:pathLst>
                <a:path w="15049500" h="9525000">
                  <a:moveTo>
                    <a:pt x="14335125" y="9525000"/>
                  </a:moveTo>
                  <a:lnTo>
                    <a:pt x="714375" y="9525000"/>
                  </a:lnTo>
                  <a:lnTo>
                    <a:pt x="644353" y="9521570"/>
                  </a:lnTo>
                  <a:lnTo>
                    <a:pt x="575005" y="9511284"/>
                  </a:lnTo>
                  <a:lnTo>
                    <a:pt x="506999" y="9494245"/>
                  </a:lnTo>
                  <a:lnTo>
                    <a:pt x="440993" y="9470627"/>
                  </a:lnTo>
                  <a:lnTo>
                    <a:pt x="377617" y="9440652"/>
                  </a:lnTo>
                  <a:lnTo>
                    <a:pt x="317486" y="9404608"/>
                  </a:lnTo>
                  <a:lnTo>
                    <a:pt x="261182" y="9362844"/>
                  </a:lnTo>
                  <a:lnTo>
                    <a:pt x="209245" y="9315754"/>
                  </a:lnTo>
                  <a:lnTo>
                    <a:pt x="162150" y="9263820"/>
                  </a:lnTo>
                  <a:lnTo>
                    <a:pt x="120390" y="9207515"/>
                  </a:lnTo>
                  <a:lnTo>
                    <a:pt x="84347" y="9147384"/>
                  </a:lnTo>
                  <a:lnTo>
                    <a:pt x="54374" y="9084004"/>
                  </a:lnTo>
                  <a:lnTo>
                    <a:pt x="30751" y="9017997"/>
                  </a:lnTo>
                  <a:lnTo>
                    <a:pt x="13725" y="8949995"/>
                  </a:lnTo>
                  <a:lnTo>
                    <a:pt x="3431" y="8880644"/>
                  </a:lnTo>
                  <a:lnTo>
                    <a:pt x="0" y="8810625"/>
                  </a:lnTo>
                  <a:lnTo>
                    <a:pt x="0" y="714375"/>
                  </a:lnTo>
                  <a:lnTo>
                    <a:pt x="3431" y="644353"/>
                  </a:lnTo>
                  <a:lnTo>
                    <a:pt x="13725" y="575006"/>
                  </a:lnTo>
                  <a:lnTo>
                    <a:pt x="30752" y="507000"/>
                  </a:lnTo>
                  <a:lnTo>
                    <a:pt x="54380" y="440995"/>
                  </a:lnTo>
                  <a:lnTo>
                    <a:pt x="84345" y="377616"/>
                  </a:lnTo>
                  <a:lnTo>
                    <a:pt x="120393" y="317488"/>
                  </a:lnTo>
                  <a:lnTo>
                    <a:pt x="162149" y="261175"/>
                  </a:lnTo>
                  <a:lnTo>
                    <a:pt x="209241" y="209240"/>
                  </a:lnTo>
                  <a:lnTo>
                    <a:pt x="261177" y="162151"/>
                  </a:lnTo>
                  <a:lnTo>
                    <a:pt x="317485" y="120388"/>
                  </a:lnTo>
                  <a:lnTo>
                    <a:pt x="377617" y="84346"/>
                  </a:lnTo>
                  <a:lnTo>
                    <a:pt x="440994" y="54375"/>
                  </a:lnTo>
                  <a:lnTo>
                    <a:pt x="507000" y="30752"/>
                  </a:lnTo>
                  <a:lnTo>
                    <a:pt x="575007" y="13724"/>
                  </a:lnTo>
                  <a:lnTo>
                    <a:pt x="644353" y="3431"/>
                  </a:lnTo>
                  <a:lnTo>
                    <a:pt x="714375" y="0"/>
                  </a:lnTo>
                  <a:lnTo>
                    <a:pt x="14335140" y="0"/>
                  </a:lnTo>
                  <a:lnTo>
                    <a:pt x="14370201" y="857"/>
                  </a:lnTo>
                  <a:lnTo>
                    <a:pt x="14439949" y="7725"/>
                  </a:lnTo>
                  <a:lnTo>
                    <a:pt x="14508696" y="21403"/>
                  </a:lnTo>
                  <a:lnTo>
                    <a:pt x="14575778" y="41748"/>
                  </a:lnTo>
                  <a:lnTo>
                    <a:pt x="14640558" y="68583"/>
                  </a:lnTo>
                  <a:lnTo>
                    <a:pt x="14702398" y="101633"/>
                  </a:lnTo>
                  <a:lnTo>
                    <a:pt x="14760680" y="140580"/>
                  </a:lnTo>
                  <a:lnTo>
                    <a:pt x="14814881" y="185065"/>
                  </a:lnTo>
                  <a:lnTo>
                    <a:pt x="14864444" y="234638"/>
                  </a:lnTo>
                  <a:lnTo>
                    <a:pt x="14908921" y="288823"/>
                  </a:lnTo>
                  <a:lnTo>
                    <a:pt x="14947864" y="347107"/>
                  </a:lnTo>
                  <a:lnTo>
                    <a:pt x="14980914" y="408931"/>
                  </a:lnTo>
                  <a:lnTo>
                    <a:pt x="15007746" y="473708"/>
                  </a:lnTo>
                  <a:lnTo>
                    <a:pt x="15028095" y="540791"/>
                  </a:lnTo>
                  <a:lnTo>
                    <a:pt x="15041778" y="609555"/>
                  </a:lnTo>
                  <a:lnTo>
                    <a:pt x="15048646" y="679322"/>
                  </a:lnTo>
                  <a:lnTo>
                    <a:pt x="15049500" y="714375"/>
                  </a:lnTo>
                  <a:lnTo>
                    <a:pt x="15049500" y="8810625"/>
                  </a:lnTo>
                  <a:lnTo>
                    <a:pt x="15046071" y="8880643"/>
                  </a:lnTo>
                  <a:lnTo>
                    <a:pt x="15035784" y="8949994"/>
                  </a:lnTo>
                  <a:lnTo>
                    <a:pt x="15018746" y="9017997"/>
                  </a:lnTo>
                  <a:lnTo>
                    <a:pt x="14995127" y="9084007"/>
                  </a:lnTo>
                  <a:lnTo>
                    <a:pt x="14965144" y="9147399"/>
                  </a:lnTo>
                  <a:lnTo>
                    <a:pt x="14929107" y="9207514"/>
                  </a:lnTo>
                  <a:lnTo>
                    <a:pt x="14887361" y="9263796"/>
                  </a:lnTo>
                  <a:lnTo>
                    <a:pt x="14840241" y="9315769"/>
                  </a:lnTo>
                  <a:lnTo>
                    <a:pt x="14788321" y="9362842"/>
                  </a:lnTo>
                  <a:lnTo>
                    <a:pt x="14732028" y="9404598"/>
                  </a:lnTo>
                  <a:lnTo>
                    <a:pt x="14671848" y="9440671"/>
                  </a:lnTo>
                  <a:lnTo>
                    <a:pt x="14608497" y="9470631"/>
                  </a:lnTo>
                  <a:lnTo>
                    <a:pt x="14542489" y="9494249"/>
                  </a:lnTo>
                  <a:lnTo>
                    <a:pt x="14474479" y="9511287"/>
                  </a:lnTo>
                  <a:lnTo>
                    <a:pt x="14405135" y="9521572"/>
                  </a:lnTo>
                  <a:lnTo>
                    <a:pt x="14335125" y="95250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857500" y="380999"/>
              <a:ext cx="15049500" cy="9525000"/>
            </a:xfrm>
            <a:custGeom>
              <a:avLst/>
              <a:gdLst/>
              <a:ahLst/>
              <a:cxnLst/>
              <a:rect l="l" t="t" r="r" b="b"/>
              <a:pathLst>
                <a:path w="15049500" h="9525000">
                  <a:moveTo>
                    <a:pt x="714375" y="0"/>
                  </a:moveTo>
                  <a:lnTo>
                    <a:pt x="14335125" y="0"/>
                  </a:lnTo>
                </a:path>
                <a:path w="15049500" h="9525000">
                  <a:moveTo>
                    <a:pt x="15049500" y="714375"/>
                  </a:moveTo>
                  <a:lnTo>
                    <a:pt x="15049500" y="8810625"/>
                  </a:lnTo>
                </a:path>
                <a:path w="15049500" h="9525000">
                  <a:moveTo>
                    <a:pt x="14335125" y="9525000"/>
                  </a:moveTo>
                  <a:lnTo>
                    <a:pt x="714375" y="9524999"/>
                  </a:lnTo>
                </a:path>
                <a:path w="15049500" h="9525000">
                  <a:moveTo>
                    <a:pt x="0" y="8810625"/>
                  </a:moveTo>
                  <a:lnTo>
                    <a:pt x="0" y="714375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80999" y="380999"/>
              <a:ext cx="2190750" cy="9525000"/>
            </a:xfrm>
            <a:custGeom>
              <a:avLst/>
              <a:gdLst/>
              <a:ahLst/>
              <a:cxnLst/>
              <a:rect l="l" t="t" r="r" b="b"/>
              <a:pathLst>
                <a:path w="2190750" h="9525000">
                  <a:moveTo>
                    <a:pt x="1478756" y="9525000"/>
                  </a:moveTo>
                  <a:lnTo>
                    <a:pt x="711994" y="9525000"/>
                  </a:lnTo>
                  <a:lnTo>
                    <a:pt x="642206" y="9521574"/>
                  </a:lnTo>
                  <a:lnTo>
                    <a:pt x="573092" y="9511314"/>
                  </a:lnTo>
                  <a:lnTo>
                    <a:pt x="505309" y="9494351"/>
                  </a:lnTo>
                  <a:lnTo>
                    <a:pt x="439524" y="9470806"/>
                  </a:lnTo>
                  <a:lnTo>
                    <a:pt x="376361" y="9440934"/>
                  </a:lnTo>
                  <a:lnTo>
                    <a:pt x="316433" y="9405001"/>
                  </a:lnTo>
                  <a:lnTo>
                    <a:pt x="260302" y="9363389"/>
                  </a:lnTo>
                  <a:lnTo>
                    <a:pt x="208540" y="9316458"/>
                  </a:lnTo>
                  <a:lnTo>
                    <a:pt x="161607" y="9264699"/>
                  </a:lnTo>
                  <a:lnTo>
                    <a:pt x="119999" y="9208565"/>
                  </a:lnTo>
                  <a:lnTo>
                    <a:pt x="84065" y="9148642"/>
                  </a:lnTo>
                  <a:lnTo>
                    <a:pt x="54193" y="9085470"/>
                  </a:lnTo>
                  <a:lnTo>
                    <a:pt x="30651" y="9019691"/>
                  </a:lnTo>
                  <a:lnTo>
                    <a:pt x="13678" y="8951910"/>
                  </a:lnTo>
                  <a:lnTo>
                    <a:pt x="3421" y="8882797"/>
                  </a:lnTo>
                  <a:lnTo>
                    <a:pt x="0" y="8813006"/>
                  </a:lnTo>
                  <a:lnTo>
                    <a:pt x="0" y="711993"/>
                  </a:lnTo>
                  <a:lnTo>
                    <a:pt x="3420" y="642205"/>
                  </a:lnTo>
                  <a:lnTo>
                    <a:pt x="13679" y="573090"/>
                  </a:lnTo>
                  <a:lnTo>
                    <a:pt x="30651" y="505310"/>
                  </a:lnTo>
                  <a:lnTo>
                    <a:pt x="54196" y="439525"/>
                  </a:lnTo>
                  <a:lnTo>
                    <a:pt x="84064" y="376358"/>
                  </a:lnTo>
                  <a:lnTo>
                    <a:pt x="119993" y="316431"/>
                  </a:lnTo>
                  <a:lnTo>
                    <a:pt x="161609" y="260304"/>
                  </a:lnTo>
                  <a:lnTo>
                    <a:pt x="208538" y="208538"/>
                  </a:lnTo>
                  <a:lnTo>
                    <a:pt x="260304" y="161609"/>
                  </a:lnTo>
                  <a:lnTo>
                    <a:pt x="316432" y="119993"/>
                  </a:lnTo>
                  <a:lnTo>
                    <a:pt x="376358" y="84063"/>
                  </a:lnTo>
                  <a:lnTo>
                    <a:pt x="439525" y="54196"/>
                  </a:lnTo>
                  <a:lnTo>
                    <a:pt x="505310" y="30650"/>
                  </a:lnTo>
                  <a:lnTo>
                    <a:pt x="573090" y="13679"/>
                  </a:lnTo>
                  <a:lnTo>
                    <a:pt x="642205" y="3419"/>
                  </a:lnTo>
                  <a:lnTo>
                    <a:pt x="711994" y="0"/>
                  </a:lnTo>
                  <a:lnTo>
                    <a:pt x="1478755" y="0"/>
                  </a:lnTo>
                  <a:lnTo>
                    <a:pt x="1513690" y="853"/>
                  </a:lnTo>
                  <a:lnTo>
                    <a:pt x="1583228" y="7699"/>
                  </a:lnTo>
                  <a:lnTo>
                    <a:pt x="1651757" y="21334"/>
                  </a:lnTo>
                  <a:lnTo>
                    <a:pt x="1718624" y="41616"/>
                  </a:lnTo>
                  <a:lnTo>
                    <a:pt x="1783174" y="68355"/>
                  </a:lnTo>
                  <a:lnTo>
                    <a:pt x="1844796" y="101291"/>
                  </a:lnTo>
                  <a:lnTo>
                    <a:pt x="1902890" y="140111"/>
                  </a:lnTo>
                  <a:lnTo>
                    <a:pt x="1956905" y="184436"/>
                  </a:lnTo>
                  <a:lnTo>
                    <a:pt x="2006310" y="233845"/>
                  </a:lnTo>
                  <a:lnTo>
                    <a:pt x="2050639" y="287857"/>
                  </a:lnTo>
                  <a:lnTo>
                    <a:pt x="2089456" y="345953"/>
                  </a:lnTo>
                  <a:lnTo>
                    <a:pt x="2122396" y="407575"/>
                  </a:lnTo>
                  <a:lnTo>
                    <a:pt x="2149133" y="472129"/>
                  </a:lnTo>
                  <a:lnTo>
                    <a:pt x="2169416" y="538992"/>
                  </a:lnTo>
                  <a:lnTo>
                    <a:pt x="2183047" y="607521"/>
                  </a:lnTo>
                  <a:lnTo>
                    <a:pt x="2189898" y="677057"/>
                  </a:lnTo>
                  <a:lnTo>
                    <a:pt x="2190750" y="8813006"/>
                  </a:lnTo>
                  <a:lnTo>
                    <a:pt x="2189896" y="8847940"/>
                  </a:lnTo>
                  <a:lnTo>
                    <a:pt x="2183048" y="8917478"/>
                  </a:lnTo>
                  <a:lnTo>
                    <a:pt x="2169415" y="8986007"/>
                  </a:lnTo>
                  <a:lnTo>
                    <a:pt x="2149135" y="9052873"/>
                  </a:lnTo>
                  <a:lnTo>
                    <a:pt x="2122396" y="9117423"/>
                  </a:lnTo>
                  <a:lnTo>
                    <a:pt x="2089456" y="9179045"/>
                  </a:lnTo>
                  <a:lnTo>
                    <a:pt x="2050639" y="9237140"/>
                  </a:lnTo>
                  <a:lnTo>
                    <a:pt x="2006314" y="9291157"/>
                  </a:lnTo>
                  <a:lnTo>
                    <a:pt x="1956905" y="9340560"/>
                  </a:lnTo>
                  <a:lnTo>
                    <a:pt x="1902890" y="9384888"/>
                  </a:lnTo>
                  <a:lnTo>
                    <a:pt x="1844794" y="9423700"/>
                  </a:lnTo>
                  <a:lnTo>
                    <a:pt x="1783175" y="9456647"/>
                  </a:lnTo>
                  <a:lnTo>
                    <a:pt x="1718624" y="9483385"/>
                  </a:lnTo>
                  <a:lnTo>
                    <a:pt x="1651758" y="9503667"/>
                  </a:lnTo>
                  <a:lnTo>
                    <a:pt x="1583227" y="9517290"/>
                  </a:lnTo>
                  <a:lnTo>
                    <a:pt x="1513690" y="9524146"/>
                  </a:lnTo>
                  <a:lnTo>
                    <a:pt x="1478756" y="95250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81000" y="380999"/>
              <a:ext cx="2190750" cy="9525000"/>
            </a:xfrm>
            <a:custGeom>
              <a:avLst/>
              <a:gdLst/>
              <a:ahLst/>
              <a:cxnLst/>
              <a:rect l="l" t="t" r="r" b="b"/>
              <a:pathLst>
                <a:path w="2190750" h="9525000">
                  <a:moveTo>
                    <a:pt x="711993" y="0"/>
                  </a:moveTo>
                  <a:lnTo>
                    <a:pt x="1478756" y="0"/>
                  </a:lnTo>
                </a:path>
                <a:path w="2190750" h="9525000">
                  <a:moveTo>
                    <a:pt x="2190750" y="711993"/>
                  </a:moveTo>
                  <a:lnTo>
                    <a:pt x="2190750" y="8813006"/>
                  </a:lnTo>
                </a:path>
                <a:path w="2190750" h="9525000">
                  <a:moveTo>
                    <a:pt x="1478756" y="9525000"/>
                  </a:moveTo>
                  <a:lnTo>
                    <a:pt x="711993" y="9525000"/>
                  </a:lnTo>
                </a:path>
                <a:path w="2190750" h="9525000">
                  <a:moveTo>
                    <a:pt x="0" y="8813006"/>
                  </a:moveTo>
                  <a:lnTo>
                    <a:pt x="0" y="711993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59286" y="987940"/>
            <a:ext cx="12049760" cy="1729105"/>
          </a:xfrm>
          <a:prstGeom prst="rect"/>
        </p:spPr>
        <p:txBody>
          <a:bodyPr wrap="square" lIns="0" tIns="267335" rIns="0" bIns="0" rtlCol="0" vert="horz">
            <a:spAutoFit/>
          </a:bodyPr>
          <a:lstStyle/>
          <a:p>
            <a:pPr marL="12700" marR="5080">
              <a:lnSpc>
                <a:spcPct val="74200"/>
              </a:lnSpc>
              <a:spcBef>
                <a:spcPts val="2105"/>
              </a:spcBef>
            </a:pPr>
            <a:r>
              <a:rPr dirty="0" spc="-335"/>
              <a:t>Product</a:t>
            </a:r>
            <a:r>
              <a:rPr dirty="0" spc="-455"/>
              <a:t> </a:t>
            </a:r>
            <a:r>
              <a:rPr dirty="0" spc="-380"/>
              <a:t>differentiators/</a:t>
            </a:r>
            <a:r>
              <a:rPr dirty="0" spc="-455"/>
              <a:t> </a:t>
            </a:r>
            <a:r>
              <a:rPr dirty="0" spc="-680"/>
              <a:t>How</a:t>
            </a:r>
            <a:r>
              <a:rPr dirty="0" spc="-450"/>
              <a:t> </a:t>
            </a:r>
            <a:r>
              <a:rPr dirty="0" spc="-360"/>
              <a:t>is</a:t>
            </a:r>
            <a:r>
              <a:rPr dirty="0" spc="-455"/>
              <a:t> </a:t>
            </a:r>
            <a:r>
              <a:rPr dirty="0" spc="-555"/>
              <a:t>our </a:t>
            </a:r>
            <a:r>
              <a:rPr dirty="0" spc="-385"/>
              <a:t>product</a:t>
            </a:r>
            <a:r>
              <a:rPr dirty="0" spc="-440"/>
              <a:t> </a:t>
            </a:r>
            <a:r>
              <a:rPr dirty="0" spc="-550"/>
              <a:t>Novel</a:t>
            </a:r>
          </a:p>
        </p:txBody>
      </p:sp>
      <p:grpSp>
        <p:nvGrpSpPr>
          <p:cNvPr id="8" name="object 8" descr=""/>
          <p:cNvGrpSpPr/>
          <p:nvPr/>
        </p:nvGrpSpPr>
        <p:grpSpPr>
          <a:xfrm>
            <a:off x="3610798" y="4132889"/>
            <a:ext cx="4258310" cy="1543050"/>
            <a:chOff x="3610798" y="4132889"/>
            <a:chExt cx="4258310" cy="1543050"/>
          </a:xfrm>
        </p:grpSpPr>
        <p:sp>
          <p:nvSpPr>
            <p:cNvPr id="9" name="object 9" descr=""/>
            <p:cNvSpPr/>
            <p:nvPr/>
          </p:nvSpPr>
          <p:spPr>
            <a:xfrm>
              <a:off x="3620323" y="4142414"/>
              <a:ext cx="4239260" cy="1524000"/>
            </a:xfrm>
            <a:custGeom>
              <a:avLst/>
              <a:gdLst/>
              <a:ahLst/>
              <a:cxnLst/>
              <a:rect l="l" t="t" r="r" b="b"/>
              <a:pathLst>
                <a:path w="4239259" h="1524000">
                  <a:moveTo>
                    <a:pt x="4010025" y="1524000"/>
                  </a:moveTo>
                  <a:lnTo>
                    <a:pt x="228600" y="1524000"/>
                  </a:lnTo>
                  <a:lnTo>
                    <a:pt x="184001" y="1519609"/>
                  </a:lnTo>
                  <a:lnTo>
                    <a:pt x="141119" y="1506594"/>
                  </a:lnTo>
                  <a:lnTo>
                    <a:pt x="101593" y="1485475"/>
                  </a:lnTo>
                  <a:lnTo>
                    <a:pt x="66951" y="1457053"/>
                  </a:lnTo>
                  <a:lnTo>
                    <a:pt x="38524" y="1422407"/>
                  </a:lnTo>
                  <a:lnTo>
                    <a:pt x="17403" y="1382876"/>
                  </a:lnTo>
                  <a:lnTo>
                    <a:pt x="4383" y="1339998"/>
                  </a:lnTo>
                  <a:lnTo>
                    <a:pt x="0" y="1295400"/>
                  </a:lnTo>
                  <a:lnTo>
                    <a:pt x="0" y="228600"/>
                  </a:lnTo>
                  <a:lnTo>
                    <a:pt x="183" y="217371"/>
                  </a:lnTo>
                  <a:lnTo>
                    <a:pt x="6763" y="173024"/>
                  </a:lnTo>
                  <a:lnTo>
                    <a:pt x="21871" y="130808"/>
                  </a:lnTo>
                  <a:lnTo>
                    <a:pt x="44917" y="92362"/>
                  </a:lnTo>
                  <a:lnTo>
                    <a:pt x="75027" y="59144"/>
                  </a:lnTo>
                  <a:lnTo>
                    <a:pt x="111036" y="32439"/>
                  </a:lnTo>
                  <a:lnTo>
                    <a:pt x="151569" y="13271"/>
                  </a:lnTo>
                  <a:lnTo>
                    <a:pt x="195064" y="2380"/>
                  </a:lnTo>
                  <a:lnTo>
                    <a:pt x="228600" y="0"/>
                  </a:lnTo>
                  <a:lnTo>
                    <a:pt x="4010040" y="0"/>
                  </a:lnTo>
                  <a:lnTo>
                    <a:pt x="4054622" y="4387"/>
                  </a:lnTo>
                  <a:lnTo>
                    <a:pt x="4097503" y="17398"/>
                  </a:lnTo>
                  <a:lnTo>
                    <a:pt x="4137027" y="38531"/>
                  </a:lnTo>
                  <a:lnTo>
                    <a:pt x="4171670" y="66959"/>
                  </a:lnTo>
                  <a:lnTo>
                    <a:pt x="4200096" y="101596"/>
                  </a:lnTo>
                  <a:lnTo>
                    <a:pt x="4221232" y="141114"/>
                  </a:lnTo>
                  <a:lnTo>
                    <a:pt x="4234249" y="183998"/>
                  </a:lnTo>
                  <a:lnTo>
                    <a:pt x="4238640" y="228599"/>
                  </a:lnTo>
                  <a:lnTo>
                    <a:pt x="4238640" y="1295400"/>
                  </a:lnTo>
                  <a:lnTo>
                    <a:pt x="4238438" y="1306645"/>
                  </a:lnTo>
                  <a:lnTo>
                    <a:pt x="4231853" y="1351003"/>
                  </a:lnTo>
                  <a:lnTo>
                    <a:pt x="4216755" y="1393189"/>
                  </a:lnTo>
                  <a:lnTo>
                    <a:pt x="4193702" y="1431648"/>
                  </a:lnTo>
                  <a:lnTo>
                    <a:pt x="4163537" y="1464802"/>
                  </a:lnTo>
                  <a:lnTo>
                    <a:pt x="4127583" y="1491566"/>
                  </a:lnTo>
                  <a:lnTo>
                    <a:pt x="4087063" y="1510723"/>
                  </a:lnTo>
                  <a:lnTo>
                    <a:pt x="4043575" y="1521615"/>
                  </a:lnTo>
                  <a:lnTo>
                    <a:pt x="4010025" y="15240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32066" y="4133074"/>
              <a:ext cx="152825" cy="70754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7783929" y="4201565"/>
              <a:ext cx="75565" cy="1236345"/>
            </a:xfrm>
            <a:custGeom>
              <a:avLst/>
              <a:gdLst/>
              <a:ahLst/>
              <a:cxnLst/>
              <a:rect l="l" t="t" r="r" b="b"/>
              <a:pathLst>
                <a:path w="75565" h="1236345">
                  <a:moveTo>
                    <a:pt x="0" y="0"/>
                  </a:moveTo>
                  <a:lnTo>
                    <a:pt x="18287" y="18720"/>
                  </a:lnTo>
                  <a:lnTo>
                    <a:pt x="23128" y="24425"/>
                  </a:lnTo>
                  <a:lnTo>
                    <a:pt x="27783" y="30290"/>
                  </a:lnTo>
                  <a:lnTo>
                    <a:pt x="30107" y="33217"/>
                  </a:lnTo>
                  <a:lnTo>
                    <a:pt x="32234" y="36291"/>
                  </a:lnTo>
                  <a:lnTo>
                    <a:pt x="36491" y="42444"/>
                  </a:lnTo>
                  <a:lnTo>
                    <a:pt x="54642" y="75097"/>
                  </a:lnTo>
                  <a:lnTo>
                    <a:pt x="57626" y="81963"/>
                  </a:lnTo>
                  <a:lnTo>
                    <a:pt x="60370" y="88929"/>
                  </a:lnTo>
                  <a:lnTo>
                    <a:pt x="61747" y="92423"/>
                  </a:lnTo>
                  <a:lnTo>
                    <a:pt x="62884" y="95962"/>
                  </a:lnTo>
                  <a:lnTo>
                    <a:pt x="65176" y="103091"/>
                  </a:lnTo>
                  <a:lnTo>
                    <a:pt x="67230" y="110289"/>
                  </a:lnTo>
                  <a:lnTo>
                    <a:pt x="68253" y="113874"/>
                  </a:lnTo>
                  <a:lnTo>
                    <a:pt x="69050" y="117532"/>
                  </a:lnTo>
                  <a:lnTo>
                    <a:pt x="70643" y="124848"/>
                  </a:lnTo>
                  <a:lnTo>
                    <a:pt x="71969" y="132215"/>
                  </a:lnTo>
                  <a:lnTo>
                    <a:pt x="72635" y="135915"/>
                  </a:lnTo>
                  <a:lnTo>
                    <a:pt x="73066" y="139604"/>
                  </a:lnTo>
                  <a:lnTo>
                    <a:pt x="73935" y="147041"/>
                  </a:lnTo>
                  <a:lnTo>
                    <a:pt x="74534" y="154502"/>
                  </a:lnTo>
                  <a:lnTo>
                    <a:pt x="74832" y="158221"/>
                  </a:lnTo>
                  <a:lnTo>
                    <a:pt x="74899" y="161964"/>
                  </a:lnTo>
                  <a:lnTo>
                    <a:pt x="75033" y="169449"/>
                  </a:lnTo>
                  <a:lnTo>
                    <a:pt x="75033" y="1236249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97543" y="5439534"/>
              <a:ext cx="70742" cy="152834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3848923" y="5591390"/>
              <a:ext cx="3950970" cy="75565"/>
            </a:xfrm>
            <a:custGeom>
              <a:avLst/>
              <a:gdLst/>
              <a:ahLst/>
              <a:cxnLst/>
              <a:rect l="l" t="t" r="r" b="b"/>
              <a:pathLst>
                <a:path w="3950970" h="75564">
                  <a:moveTo>
                    <a:pt x="3950880" y="0"/>
                  </a:moveTo>
                  <a:lnTo>
                    <a:pt x="3948237" y="2660"/>
                  </a:lnTo>
                  <a:lnTo>
                    <a:pt x="3943083" y="8083"/>
                  </a:lnTo>
                  <a:lnTo>
                    <a:pt x="3937665" y="13241"/>
                  </a:lnTo>
                  <a:lnTo>
                    <a:pt x="3932125" y="18262"/>
                  </a:lnTo>
                  <a:lnTo>
                    <a:pt x="3926457" y="23150"/>
                  </a:lnTo>
                  <a:lnTo>
                    <a:pt x="3920589" y="27793"/>
                  </a:lnTo>
                  <a:lnTo>
                    <a:pt x="3917665" y="30107"/>
                  </a:lnTo>
                  <a:lnTo>
                    <a:pt x="3914580" y="32240"/>
                  </a:lnTo>
                  <a:lnTo>
                    <a:pt x="3908428" y="36491"/>
                  </a:lnTo>
                  <a:lnTo>
                    <a:pt x="3902135" y="40555"/>
                  </a:lnTo>
                  <a:lnTo>
                    <a:pt x="3861942" y="60374"/>
                  </a:lnTo>
                  <a:lnTo>
                    <a:pt x="3818655" y="71972"/>
                  </a:lnTo>
                  <a:lnTo>
                    <a:pt x="3781425" y="75024"/>
                  </a:lnTo>
                  <a:lnTo>
                    <a:pt x="0" y="75024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94367" y="5605007"/>
              <a:ext cx="152852" cy="70746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3620323" y="4371014"/>
              <a:ext cx="75565" cy="1236345"/>
            </a:xfrm>
            <a:custGeom>
              <a:avLst/>
              <a:gdLst/>
              <a:ahLst/>
              <a:cxnLst/>
              <a:rect l="l" t="t" r="r" b="b"/>
              <a:pathLst>
                <a:path w="75564" h="1236345">
                  <a:moveTo>
                    <a:pt x="75041" y="1236269"/>
                  </a:moveTo>
                  <a:lnTo>
                    <a:pt x="72367" y="1233610"/>
                  </a:lnTo>
                  <a:lnTo>
                    <a:pt x="66951" y="1228452"/>
                  </a:lnTo>
                  <a:lnTo>
                    <a:pt x="61748" y="1223069"/>
                  </a:lnTo>
                  <a:lnTo>
                    <a:pt x="34467" y="1187511"/>
                  </a:lnTo>
                  <a:lnTo>
                    <a:pt x="14650" y="1147317"/>
                  </a:lnTo>
                  <a:lnTo>
                    <a:pt x="3048" y="1104031"/>
                  </a:lnTo>
                  <a:lnTo>
                    <a:pt x="122" y="1074284"/>
                  </a:lnTo>
                  <a:lnTo>
                    <a:pt x="0" y="1066800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10982" y="4216474"/>
              <a:ext cx="70764" cy="152836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3679467" y="4142414"/>
              <a:ext cx="3950970" cy="75565"/>
            </a:xfrm>
            <a:custGeom>
              <a:avLst/>
              <a:gdLst/>
              <a:ahLst/>
              <a:cxnLst/>
              <a:rect l="l" t="t" r="r" b="b"/>
              <a:pathLst>
                <a:path w="3950970" h="75564">
                  <a:moveTo>
                    <a:pt x="0" y="75027"/>
                  </a:moveTo>
                  <a:lnTo>
                    <a:pt x="2608" y="72337"/>
                  </a:lnTo>
                  <a:lnTo>
                    <a:pt x="7820" y="66964"/>
                  </a:lnTo>
                  <a:lnTo>
                    <a:pt x="13194" y="61752"/>
                  </a:lnTo>
                  <a:lnTo>
                    <a:pt x="48744" y="34468"/>
                  </a:lnTo>
                  <a:lnTo>
                    <a:pt x="88937" y="14651"/>
                  </a:lnTo>
                  <a:lnTo>
                    <a:pt x="92425" y="13271"/>
                  </a:lnTo>
                  <a:lnTo>
                    <a:pt x="132223" y="3051"/>
                  </a:lnTo>
                  <a:lnTo>
                    <a:pt x="135920" y="2380"/>
                  </a:lnTo>
                  <a:lnTo>
                    <a:pt x="139612" y="1954"/>
                  </a:lnTo>
                  <a:lnTo>
                    <a:pt x="147049" y="1097"/>
                  </a:lnTo>
                  <a:lnTo>
                    <a:pt x="154510" y="487"/>
                  </a:lnTo>
                  <a:lnTo>
                    <a:pt x="158227" y="183"/>
                  </a:lnTo>
                  <a:lnTo>
                    <a:pt x="161971" y="122"/>
                  </a:lnTo>
                  <a:lnTo>
                    <a:pt x="169456" y="0"/>
                  </a:lnTo>
                  <a:lnTo>
                    <a:pt x="3950881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3991561" y="4105597"/>
            <a:ext cx="3548379" cy="237680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algn="ctr" marR="20955">
              <a:lnSpc>
                <a:spcPct val="100000"/>
              </a:lnSpc>
              <a:spcBef>
                <a:spcPts val="140"/>
              </a:spcBef>
            </a:pPr>
            <a:r>
              <a:rPr dirty="0" sz="9600" spc="-650">
                <a:solidFill>
                  <a:srgbClr val="FFFFFF"/>
                </a:solidFill>
                <a:latin typeface="Arial MT"/>
                <a:cs typeface="Arial MT"/>
              </a:rPr>
              <a:t>#1</a:t>
            </a:r>
            <a:endParaRPr sz="96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4245"/>
              </a:spcBef>
            </a:pPr>
            <a:r>
              <a:rPr dirty="0" sz="2250" spc="-25">
                <a:solidFill>
                  <a:srgbClr val="FFFFFF"/>
                </a:solidFill>
                <a:latin typeface="Tahoma"/>
                <a:cs typeface="Tahoma"/>
              </a:rPr>
              <a:t>Parameter</a:t>
            </a:r>
            <a:r>
              <a:rPr dirty="0" sz="2250" spc="-25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2250" spc="-70">
                <a:solidFill>
                  <a:srgbClr val="FFFFFF"/>
                </a:solidFill>
                <a:latin typeface="Tahoma"/>
                <a:cs typeface="Tahoma"/>
              </a:rPr>
              <a:t>Dri</a:t>
            </a:r>
            <a:r>
              <a:rPr dirty="0" sz="2250" spc="-7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250" spc="-70">
                <a:solidFill>
                  <a:srgbClr val="FFFFFF"/>
                </a:solidFill>
                <a:latin typeface="Tahoma"/>
                <a:cs typeface="Tahoma"/>
              </a:rPr>
              <a:t>en</a:t>
            </a:r>
            <a:r>
              <a:rPr dirty="0" sz="225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Tahoma"/>
                <a:cs typeface="Tahoma"/>
              </a:rPr>
              <a:t>Sim</a:t>
            </a:r>
            <a:r>
              <a:rPr dirty="0" sz="2250" spc="-1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250" spc="-10">
                <a:solidFill>
                  <a:srgbClr val="FFFFFF"/>
                </a:solidFill>
                <a:latin typeface="Tahoma"/>
                <a:cs typeface="Tahoma"/>
              </a:rPr>
              <a:t>lation</a:t>
            </a:r>
            <a:endParaRPr sz="2250">
              <a:latin typeface="Tahoma"/>
              <a:cs typeface="Tahoma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8231261" y="4132889"/>
            <a:ext cx="4257675" cy="1543050"/>
            <a:chOff x="8231261" y="4132889"/>
            <a:chExt cx="4257675" cy="1543050"/>
          </a:xfrm>
        </p:grpSpPr>
        <p:sp>
          <p:nvSpPr>
            <p:cNvPr id="20" name="object 20" descr=""/>
            <p:cNvSpPr/>
            <p:nvPr/>
          </p:nvSpPr>
          <p:spPr>
            <a:xfrm>
              <a:off x="8240786" y="4142414"/>
              <a:ext cx="4238625" cy="1524000"/>
            </a:xfrm>
            <a:custGeom>
              <a:avLst/>
              <a:gdLst/>
              <a:ahLst/>
              <a:cxnLst/>
              <a:rect l="l" t="t" r="r" b="b"/>
              <a:pathLst>
                <a:path w="4238625" h="1524000">
                  <a:moveTo>
                    <a:pt x="4010025" y="1523999"/>
                  </a:moveTo>
                  <a:lnTo>
                    <a:pt x="228600" y="1524000"/>
                  </a:lnTo>
                  <a:lnTo>
                    <a:pt x="184001" y="1519615"/>
                  </a:lnTo>
                  <a:lnTo>
                    <a:pt x="141119" y="1506594"/>
                  </a:lnTo>
                  <a:lnTo>
                    <a:pt x="101593" y="1485475"/>
                  </a:lnTo>
                  <a:lnTo>
                    <a:pt x="66936" y="1457068"/>
                  </a:lnTo>
                  <a:lnTo>
                    <a:pt x="38524" y="1422407"/>
                  </a:lnTo>
                  <a:lnTo>
                    <a:pt x="17403" y="1382876"/>
                  </a:lnTo>
                  <a:lnTo>
                    <a:pt x="4383" y="1339998"/>
                  </a:lnTo>
                  <a:lnTo>
                    <a:pt x="0" y="1295400"/>
                  </a:lnTo>
                  <a:lnTo>
                    <a:pt x="0" y="228600"/>
                  </a:lnTo>
                  <a:lnTo>
                    <a:pt x="183" y="217371"/>
                  </a:lnTo>
                  <a:lnTo>
                    <a:pt x="6763" y="173025"/>
                  </a:lnTo>
                  <a:lnTo>
                    <a:pt x="21868" y="130815"/>
                  </a:lnTo>
                  <a:lnTo>
                    <a:pt x="44911" y="92370"/>
                  </a:lnTo>
                  <a:lnTo>
                    <a:pt x="75017" y="59152"/>
                  </a:lnTo>
                  <a:lnTo>
                    <a:pt x="111027" y="32445"/>
                  </a:lnTo>
                  <a:lnTo>
                    <a:pt x="151568" y="13272"/>
                  </a:lnTo>
                  <a:lnTo>
                    <a:pt x="195034" y="2384"/>
                  </a:lnTo>
                  <a:lnTo>
                    <a:pt x="228600" y="0"/>
                  </a:lnTo>
                  <a:lnTo>
                    <a:pt x="4010009" y="0"/>
                  </a:lnTo>
                  <a:lnTo>
                    <a:pt x="4054621" y="4392"/>
                  </a:lnTo>
                  <a:lnTo>
                    <a:pt x="4097499" y="17409"/>
                  </a:lnTo>
                  <a:lnTo>
                    <a:pt x="4137027" y="38531"/>
                  </a:lnTo>
                  <a:lnTo>
                    <a:pt x="4171655" y="66974"/>
                  </a:lnTo>
                  <a:lnTo>
                    <a:pt x="4200076" y="101610"/>
                  </a:lnTo>
                  <a:lnTo>
                    <a:pt x="4221207" y="141125"/>
                  </a:lnTo>
                  <a:lnTo>
                    <a:pt x="4234220" y="184005"/>
                  </a:lnTo>
                  <a:lnTo>
                    <a:pt x="4238609" y="228600"/>
                  </a:lnTo>
                  <a:lnTo>
                    <a:pt x="4238609" y="1295400"/>
                  </a:lnTo>
                  <a:lnTo>
                    <a:pt x="4234225" y="1339994"/>
                  </a:lnTo>
                  <a:lnTo>
                    <a:pt x="4221208" y="1382871"/>
                  </a:lnTo>
                  <a:lnTo>
                    <a:pt x="4200088" y="1422401"/>
                  </a:lnTo>
                  <a:lnTo>
                    <a:pt x="4171667" y="1457042"/>
                  </a:lnTo>
                  <a:lnTo>
                    <a:pt x="4137028" y="1485467"/>
                  </a:lnTo>
                  <a:lnTo>
                    <a:pt x="4097499" y="1506590"/>
                  </a:lnTo>
                  <a:lnTo>
                    <a:pt x="4054620" y="1519606"/>
                  </a:lnTo>
                  <a:lnTo>
                    <a:pt x="4010025" y="152399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252512" y="4133073"/>
              <a:ext cx="236238" cy="236237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12479396" y="4371014"/>
              <a:ext cx="0" cy="1066800"/>
            </a:xfrm>
            <a:custGeom>
              <a:avLst/>
              <a:gdLst/>
              <a:ahLst/>
              <a:cxnLst/>
              <a:rect l="l" t="t" r="r" b="b"/>
              <a:pathLst>
                <a:path w="0" h="1066800">
                  <a:moveTo>
                    <a:pt x="0" y="0"/>
                  </a:moveTo>
                  <a:lnTo>
                    <a:pt x="0" y="1066799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418002" y="5439536"/>
              <a:ext cx="70746" cy="152828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8240786" y="4371014"/>
              <a:ext cx="4179570" cy="1295400"/>
            </a:xfrm>
            <a:custGeom>
              <a:avLst/>
              <a:gdLst/>
              <a:ahLst/>
              <a:cxnLst/>
              <a:rect l="l" t="t" r="r" b="b"/>
              <a:pathLst>
                <a:path w="4179570" h="1295400">
                  <a:moveTo>
                    <a:pt x="4179474" y="1220382"/>
                  </a:moveTo>
                  <a:lnTo>
                    <a:pt x="4149185" y="1248164"/>
                  </a:lnTo>
                  <a:lnTo>
                    <a:pt x="4130735" y="1260930"/>
                  </a:lnTo>
                  <a:lnTo>
                    <a:pt x="4127570" y="1262973"/>
                  </a:lnTo>
                  <a:lnTo>
                    <a:pt x="4090540" y="1280746"/>
                  </a:lnTo>
                  <a:lnTo>
                    <a:pt x="4047255" y="1292345"/>
                  </a:lnTo>
                  <a:lnTo>
                    <a:pt x="4010025" y="1295399"/>
                  </a:lnTo>
                  <a:lnTo>
                    <a:pt x="228600" y="1295399"/>
                  </a:lnTo>
                </a:path>
                <a:path w="4179570" h="1295400">
                  <a:moveTo>
                    <a:pt x="217354" y="1295213"/>
                  </a:moveTo>
                  <a:lnTo>
                    <a:pt x="213653" y="1294911"/>
                  </a:lnTo>
                  <a:lnTo>
                    <a:pt x="206192" y="1294304"/>
                  </a:lnTo>
                </a:path>
                <a:path w="4179570" h="1295400">
                  <a:moveTo>
                    <a:pt x="195035" y="1293012"/>
                  </a:moveTo>
                  <a:lnTo>
                    <a:pt x="191367" y="1292349"/>
                  </a:lnTo>
                  <a:lnTo>
                    <a:pt x="184000" y="1291016"/>
                  </a:lnTo>
                </a:path>
                <a:path w="4179570" h="1295400">
                  <a:moveTo>
                    <a:pt x="173013" y="1288632"/>
                  </a:moveTo>
                  <a:lnTo>
                    <a:pt x="169439" y="1287615"/>
                  </a:lnTo>
                  <a:lnTo>
                    <a:pt x="162239" y="1285565"/>
                  </a:lnTo>
                </a:path>
                <a:path w="4179570" h="1295400">
                  <a:moveTo>
                    <a:pt x="151574" y="1282128"/>
                  </a:moveTo>
                  <a:lnTo>
                    <a:pt x="148082" y="1280747"/>
                  </a:lnTo>
                  <a:lnTo>
                    <a:pt x="141120" y="1277994"/>
                  </a:lnTo>
                </a:path>
                <a:path w="4179570" h="1295400">
                  <a:moveTo>
                    <a:pt x="130811" y="1273530"/>
                  </a:moveTo>
                  <a:lnTo>
                    <a:pt x="127496" y="1271832"/>
                  </a:lnTo>
                  <a:lnTo>
                    <a:pt x="120832" y="1268418"/>
                  </a:lnTo>
                </a:path>
                <a:path w="4179570" h="1295400">
                  <a:moveTo>
                    <a:pt x="111034" y="1262960"/>
                  </a:moveTo>
                  <a:lnTo>
                    <a:pt x="107887" y="1260932"/>
                  </a:lnTo>
                  <a:lnTo>
                    <a:pt x="101593" y="1256875"/>
                  </a:lnTo>
                </a:path>
                <a:path w="4179570" h="1295400">
                  <a:moveTo>
                    <a:pt x="92352" y="1250477"/>
                  </a:moveTo>
                  <a:lnTo>
                    <a:pt x="61778" y="1223042"/>
                  </a:lnTo>
                  <a:lnTo>
                    <a:pt x="34468" y="1187511"/>
                  </a:lnTo>
                  <a:lnTo>
                    <a:pt x="30626" y="1181108"/>
                  </a:lnTo>
                  <a:lnTo>
                    <a:pt x="26983" y="1174570"/>
                  </a:lnTo>
                  <a:lnTo>
                    <a:pt x="23567" y="1167902"/>
                  </a:lnTo>
                  <a:lnTo>
                    <a:pt x="21869" y="1164588"/>
                  </a:lnTo>
                  <a:lnTo>
                    <a:pt x="20381" y="1161152"/>
                  </a:lnTo>
                  <a:lnTo>
                    <a:pt x="6770" y="1122402"/>
                  </a:lnTo>
                  <a:lnTo>
                    <a:pt x="486" y="1081744"/>
                  </a:lnTo>
                  <a:lnTo>
                    <a:pt x="123" y="1074284"/>
                  </a:lnTo>
                  <a:lnTo>
                    <a:pt x="0" y="1066800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31445" y="4216461"/>
              <a:ext cx="70749" cy="152849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8299916" y="4142414"/>
              <a:ext cx="3950970" cy="75565"/>
            </a:xfrm>
            <a:custGeom>
              <a:avLst/>
              <a:gdLst/>
              <a:ahLst/>
              <a:cxnLst/>
              <a:rect l="l" t="t" r="r" b="b"/>
              <a:pathLst>
                <a:path w="3950970" h="75564">
                  <a:moveTo>
                    <a:pt x="0" y="75042"/>
                  </a:moveTo>
                  <a:lnTo>
                    <a:pt x="2657" y="72369"/>
                  </a:lnTo>
                  <a:lnTo>
                    <a:pt x="7819" y="66949"/>
                  </a:lnTo>
                  <a:lnTo>
                    <a:pt x="13202" y="61747"/>
                  </a:lnTo>
                  <a:lnTo>
                    <a:pt x="48757" y="34468"/>
                  </a:lnTo>
                  <a:lnTo>
                    <a:pt x="75120" y="20380"/>
                  </a:lnTo>
                  <a:lnTo>
                    <a:pt x="81989" y="17404"/>
                  </a:lnTo>
                  <a:lnTo>
                    <a:pt x="88951" y="14651"/>
                  </a:lnTo>
                  <a:lnTo>
                    <a:pt x="92438" y="13272"/>
                  </a:lnTo>
                  <a:lnTo>
                    <a:pt x="95984" y="12137"/>
                  </a:lnTo>
                  <a:lnTo>
                    <a:pt x="135904" y="2384"/>
                  </a:lnTo>
                  <a:lnTo>
                    <a:pt x="169469" y="0"/>
                  </a:lnTo>
                  <a:lnTo>
                    <a:pt x="3950894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8995775" y="4105597"/>
            <a:ext cx="2863215" cy="237680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676275">
              <a:lnSpc>
                <a:spcPct val="100000"/>
              </a:lnSpc>
              <a:spcBef>
                <a:spcPts val="140"/>
              </a:spcBef>
            </a:pPr>
            <a:r>
              <a:rPr dirty="0" sz="9600" spc="125">
                <a:solidFill>
                  <a:srgbClr val="FFFFFF"/>
                </a:solidFill>
                <a:latin typeface="Arial MT"/>
                <a:cs typeface="Arial MT"/>
              </a:rPr>
              <a:t>#2</a:t>
            </a:r>
            <a:endParaRPr sz="9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245"/>
              </a:spcBef>
            </a:pPr>
            <a:r>
              <a:rPr dirty="0" sz="2250" spc="-25">
                <a:solidFill>
                  <a:srgbClr val="FFFFFF"/>
                </a:solidFill>
                <a:latin typeface="Tahoma"/>
                <a:cs typeface="Tahoma"/>
              </a:rPr>
              <a:t>Interacti</a:t>
            </a:r>
            <a:r>
              <a:rPr dirty="0" sz="2250" spc="-25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250" spc="-25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225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Tahoma"/>
                <a:cs typeface="Tahoma"/>
              </a:rPr>
              <a:t>Animations</a:t>
            </a:r>
            <a:r>
              <a:rPr dirty="0" sz="2250" spc="-10">
                <a:solidFill>
                  <a:srgbClr val="FFFFFF"/>
                </a:solidFill>
                <a:latin typeface="Arial MT"/>
                <a:cs typeface="Arial MT"/>
              </a:rPr>
              <a:t>.</a:t>
            </a:r>
            <a:endParaRPr sz="2250">
              <a:latin typeface="Arial MT"/>
              <a:cs typeface="Arial MT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12900888" y="4132889"/>
            <a:ext cx="4258310" cy="1543050"/>
            <a:chOff x="12900888" y="4132889"/>
            <a:chExt cx="4258310" cy="1543050"/>
          </a:xfrm>
        </p:grpSpPr>
        <p:sp>
          <p:nvSpPr>
            <p:cNvPr id="29" name="object 29" descr=""/>
            <p:cNvSpPr/>
            <p:nvPr/>
          </p:nvSpPr>
          <p:spPr>
            <a:xfrm>
              <a:off x="12910413" y="4142414"/>
              <a:ext cx="4239260" cy="1524000"/>
            </a:xfrm>
            <a:custGeom>
              <a:avLst/>
              <a:gdLst/>
              <a:ahLst/>
              <a:cxnLst/>
              <a:rect l="l" t="t" r="r" b="b"/>
              <a:pathLst>
                <a:path w="4239259" h="1524000">
                  <a:moveTo>
                    <a:pt x="4010025" y="1524000"/>
                  </a:moveTo>
                  <a:lnTo>
                    <a:pt x="228600" y="1524000"/>
                  </a:lnTo>
                  <a:lnTo>
                    <a:pt x="184002" y="1519609"/>
                  </a:lnTo>
                  <a:lnTo>
                    <a:pt x="141120" y="1506595"/>
                  </a:lnTo>
                  <a:lnTo>
                    <a:pt x="101593" y="1485475"/>
                  </a:lnTo>
                  <a:lnTo>
                    <a:pt x="66951" y="1457053"/>
                  </a:lnTo>
                  <a:lnTo>
                    <a:pt x="38524" y="1422407"/>
                  </a:lnTo>
                  <a:lnTo>
                    <a:pt x="17403" y="1382876"/>
                  </a:lnTo>
                  <a:lnTo>
                    <a:pt x="4383" y="1339998"/>
                  </a:lnTo>
                  <a:lnTo>
                    <a:pt x="0" y="1295400"/>
                  </a:lnTo>
                  <a:lnTo>
                    <a:pt x="0" y="228600"/>
                  </a:lnTo>
                  <a:lnTo>
                    <a:pt x="184" y="217371"/>
                  </a:lnTo>
                  <a:lnTo>
                    <a:pt x="6763" y="173024"/>
                  </a:lnTo>
                  <a:lnTo>
                    <a:pt x="21871" y="130808"/>
                  </a:lnTo>
                  <a:lnTo>
                    <a:pt x="44917" y="92362"/>
                  </a:lnTo>
                  <a:lnTo>
                    <a:pt x="75027" y="59144"/>
                  </a:lnTo>
                  <a:lnTo>
                    <a:pt x="111037" y="32439"/>
                  </a:lnTo>
                  <a:lnTo>
                    <a:pt x="151569" y="13271"/>
                  </a:lnTo>
                  <a:lnTo>
                    <a:pt x="195064" y="2380"/>
                  </a:lnTo>
                  <a:lnTo>
                    <a:pt x="228600" y="0"/>
                  </a:lnTo>
                  <a:lnTo>
                    <a:pt x="4010040" y="0"/>
                  </a:lnTo>
                  <a:lnTo>
                    <a:pt x="4054622" y="4387"/>
                  </a:lnTo>
                  <a:lnTo>
                    <a:pt x="4097504" y="17398"/>
                  </a:lnTo>
                  <a:lnTo>
                    <a:pt x="4137028" y="38531"/>
                  </a:lnTo>
                  <a:lnTo>
                    <a:pt x="4171670" y="66959"/>
                  </a:lnTo>
                  <a:lnTo>
                    <a:pt x="4200097" y="101596"/>
                  </a:lnTo>
                  <a:lnTo>
                    <a:pt x="4221232" y="141114"/>
                  </a:lnTo>
                  <a:lnTo>
                    <a:pt x="4234249" y="183998"/>
                  </a:lnTo>
                  <a:lnTo>
                    <a:pt x="4238640" y="228599"/>
                  </a:lnTo>
                  <a:lnTo>
                    <a:pt x="4238640" y="1295400"/>
                  </a:lnTo>
                  <a:lnTo>
                    <a:pt x="4238438" y="1306645"/>
                  </a:lnTo>
                  <a:lnTo>
                    <a:pt x="4231854" y="1351003"/>
                  </a:lnTo>
                  <a:lnTo>
                    <a:pt x="4216755" y="1393190"/>
                  </a:lnTo>
                  <a:lnTo>
                    <a:pt x="4193702" y="1431648"/>
                  </a:lnTo>
                  <a:lnTo>
                    <a:pt x="4163537" y="1464803"/>
                  </a:lnTo>
                  <a:lnTo>
                    <a:pt x="4127583" y="1491566"/>
                  </a:lnTo>
                  <a:lnTo>
                    <a:pt x="4087063" y="1510724"/>
                  </a:lnTo>
                  <a:lnTo>
                    <a:pt x="4043575" y="1521615"/>
                  </a:lnTo>
                  <a:lnTo>
                    <a:pt x="4010025" y="15240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922157" y="4133074"/>
              <a:ext cx="152825" cy="70754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17074020" y="4201565"/>
              <a:ext cx="75565" cy="1236345"/>
            </a:xfrm>
            <a:custGeom>
              <a:avLst/>
              <a:gdLst/>
              <a:ahLst/>
              <a:cxnLst/>
              <a:rect l="l" t="t" r="r" b="b"/>
              <a:pathLst>
                <a:path w="75565" h="1236345">
                  <a:moveTo>
                    <a:pt x="0" y="0"/>
                  </a:moveTo>
                  <a:lnTo>
                    <a:pt x="2685" y="2600"/>
                  </a:lnTo>
                  <a:lnTo>
                    <a:pt x="8063" y="7808"/>
                  </a:lnTo>
                  <a:lnTo>
                    <a:pt x="13268" y="13181"/>
                  </a:lnTo>
                  <a:lnTo>
                    <a:pt x="15881" y="15883"/>
                  </a:lnTo>
                  <a:lnTo>
                    <a:pt x="18287" y="18720"/>
                  </a:lnTo>
                  <a:lnTo>
                    <a:pt x="23128" y="24425"/>
                  </a:lnTo>
                  <a:lnTo>
                    <a:pt x="27784" y="30290"/>
                  </a:lnTo>
                  <a:lnTo>
                    <a:pt x="30108" y="33217"/>
                  </a:lnTo>
                  <a:lnTo>
                    <a:pt x="44391" y="55145"/>
                  </a:lnTo>
                  <a:lnTo>
                    <a:pt x="48024" y="61688"/>
                  </a:lnTo>
                  <a:lnTo>
                    <a:pt x="62884" y="95962"/>
                  </a:lnTo>
                  <a:lnTo>
                    <a:pt x="65176" y="103091"/>
                  </a:lnTo>
                  <a:lnTo>
                    <a:pt x="67230" y="110289"/>
                  </a:lnTo>
                  <a:lnTo>
                    <a:pt x="68254" y="113874"/>
                  </a:lnTo>
                  <a:lnTo>
                    <a:pt x="69050" y="117532"/>
                  </a:lnTo>
                  <a:lnTo>
                    <a:pt x="70642" y="124848"/>
                  </a:lnTo>
                  <a:lnTo>
                    <a:pt x="71969" y="132215"/>
                  </a:lnTo>
                  <a:lnTo>
                    <a:pt x="72636" y="135915"/>
                  </a:lnTo>
                  <a:lnTo>
                    <a:pt x="73066" y="139604"/>
                  </a:lnTo>
                  <a:lnTo>
                    <a:pt x="73935" y="147041"/>
                  </a:lnTo>
                  <a:lnTo>
                    <a:pt x="74534" y="154502"/>
                  </a:lnTo>
                  <a:lnTo>
                    <a:pt x="74832" y="158221"/>
                  </a:lnTo>
                  <a:lnTo>
                    <a:pt x="74899" y="161964"/>
                  </a:lnTo>
                  <a:lnTo>
                    <a:pt x="75033" y="169449"/>
                  </a:lnTo>
                  <a:lnTo>
                    <a:pt x="75033" y="1236249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087634" y="5439534"/>
              <a:ext cx="70742" cy="152834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13139013" y="5591390"/>
              <a:ext cx="3950970" cy="75565"/>
            </a:xfrm>
            <a:custGeom>
              <a:avLst/>
              <a:gdLst/>
              <a:ahLst/>
              <a:cxnLst/>
              <a:rect l="l" t="t" r="r" b="b"/>
              <a:pathLst>
                <a:path w="3950969" h="75564">
                  <a:moveTo>
                    <a:pt x="3950879" y="0"/>
                  </a:moveTo>
                  <a:lnTo>
                    <a:pt x="3948237" y="2660"/>
                  </a:lnTo>
                  <a:lnTo>
                    <a:pt x="3943083" y="8082"/>
                  </a:lnTo>
                  <a:lnTo>
                    <a:pt x="3937665" y="13241"/>
                  </a:lnTo>
                  <a:lnTo>
                    <a:pt x="3902135" y="40555"/>
                  </a:lnTo>
                  <a:lnTo>
                    <a:pt x="3861942" y="60374"/>
                  </a:lnTo>
                  <a:lnTo>
                    <a:pt x="3818655" y="71972"/>
                  </a:lnTo>
                  <a:lnTo>
                    <a:pt x="3781425" y="75024"/>
                  </a:lnTo>
                  <a:lnTo>
                    <a:pt x="0" y="75024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984457" y="5605007"/>
              <a:ext cx="152852" cy="70746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12910413" y="4371014"/>
              <a:ext cx="75565" cy="1236345"/>
            </a:xfrm>
            <a:custGeom>
              <a:avLst/>
              <a:gdLst/>
              <a:ahLst/>
              <a:cxnLst/>
              <a:rect l="l" t="t" r="r" b="b"/>
              <a:pathLst>
                <a:path w="75565" h="1236345">
                  <a:moveTo>
                    <a:pt x="75041" y="1236269"/>
                  </a:moveTo>
                  <a:lnTo>
                    <a:pt x="72367" y="1233611"/>
                  </a:lnTo>
                  <a:lnTo>
                    <a:pt x="66951" y="1228452"/>
                  </a:lnTo>
                  <a:lnTo>
                    <a:pt x="61748" y="1223069"/>
                  </a:lnTo>
                  <a:lnTo>
                    <a:pt x="34467" y="1187511"/>
                  </a:lnTo>
                  <a:lnTo>
                    <a:pt x="14650" y="1147317"/>
                  </a:lnTo>
                  <a:lnTo>
                    <a:pt x="3049" y="1104031"/>
                  </a:lnTo>
                  <a:lnTo>
                    <a:pt x="123" y="1074284"/>
                  </a:lnTo>
                  <a:lnTo>
                    <a:pt x="0" y="1066800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901072" y="4216474"/>
              <a:ext cx="70764" cy="152836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12969557" y="4142414"/>
              <a:ext cx="3950970" cy="75565"/>
            </a:xfrm>
            <a:custGeom>
              <a:avLst/>
              <a:gdLst/>
              <a:ahLst/>
              <a:cxnLst/>
              <a:rect l="l" t="t" r="r" b="b"/>
              <a:pathLst>
                <a:path w="3950969" h="75564">
                  <a:moveTo>
                    <a:pt x="0" y="75027"/>
                  </a:moveTo>
                  <a:lnTo>
                    <a:pt x="2608" y="72337"/>
                  </a:lnTo>
                  <a:lnTo>
                    <a:pt x="7820" y="66964"/>
                  </a:lnTo>
                  <a:lnTo>
                    <a:pt x="13194" y="61752"/>
                  </a:lnTo>
                  <a:lnTo>
                    <a:pt x="48744" y="34468"/>
                  </a:lnTo>
                  <a:lnTo>
                    <a:pt x="75107" y="20380"/>
                  </a:lnTo>
                  <a:lnTo>
                    <a:pt x="81976" y="17404"/>
                  </a:lnTo>
                  <a:lnTo>
                    <a:pt x="117541" y="5972"/>
                  </a:lnTo>
                  <a:lnTo>
                    <a:pt x="124858" y="4390"/>
                  </a:lnTo>
                  <a:lnTo>
                    <a:pt x="132223" y="3051"/>
                  </a:lnTo>
                  <a:lnTo>
                    <a:pt x="135920" y="2380"/>
                  </a:lnTo>
                  <a:lnTo>
                    <a:pt x="139612" y="1954"/>
                  </a:lnTo>
                  <a:lnTo>
                    <a:pt x="169456" y="0"/>
                  </a:lnTo>
                  <a:lnTo>
                    <a:pt x="3950881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13336733" y="4105597"/>
            <a:ext cx="3500754" cy="237680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005205">
              <a:lnSpc>
                <a:spcPct val="100000"/>
              </a:lnSpc>
              <a:spcBef>
                <a:spcPts val="140"/>
              </a:spcBef>
            </a:pPr>
            <a:r>
              <a:rPr dirty="0" sz="9600" spc="125">
                <a:solidFill>
                  <a:srgbClr val="FFFFFF"/>
                </a:solidFill>
                <a:latin typeface="Arial MT"/>
                <a:cs typeface="Arial MT"/>
              </a:rPr>
              <a:t>#3</a:t>
            </a:r>
            <a:endParaRPr sz="9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245"/>
              </a:spcBef>
            </a:pPr>
            <a:r>
              <a:rPr dirty="0" sz="2250">
                <a:solidFill>
                  <a:srgbClr val="FFFFFF"/>
                </a:solidFill>
                <a:latin typeface="Tahoma"/>
                <a:cs typeface="Tahoma"/>
              </a:rPr>
              <a:t>First</a:t>
            </a:r>
            <a:r>
              <a:rPr dirty="0" sz="225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2250" spc="9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dirty="0" sz="2250" spc="9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2250">
                <a:solidFill>
                  <a:srgbClr val="FFFFFF"/>
                </a:solidFill>
                <a:latin typeface="Tahoma"/>
                <a:cs typeface="Tahoma"/>
              </a:rPr>
              <a:t>Its</a:t>
            </a:r>
            <a:r>
              <a:rPr dirty="0" sz="225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2250">
                <a:solidFill>
                  <a:srgbClr val="FFFFFF"/>
                </a:solidFill>
                <a:latin typeface="Tahoma"/>
                <a:cs typeface="Tahoma"/>
              </a:rPr>
              <a:t>Kind</a:t>
            </a:r>
            <a:r>
              <a:rPr dirty="0" sz="2250" spc="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Tahoma"/>
                <a:cs typeface="Tahoma"/>
              </a:rPr>
              <a:t>Integration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690013" y="1036124"/>
            <a:ext cx="1590675" cy="1113790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marL="12700" marR="5080">
              <a:lnSpc>
                <a:spcPct val="78100"/>
              </a:lnSpc>
              <a:spcBef>
                <a:spcPts val="1165"/>
              </a:spcBef>
            </a:pPr>
            <a:r>
              <a:rPr dirty="0" sz="4000" spc="-675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4000" spc="-24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4000" spc="-229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dirty="0" sz="4000" spc="-24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dirty="0" sz="4000" spc="-235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4000" spc="-155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dirty="0" sz="4000" spc="-3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204">
                <a:solidFill>
                  <a:srgbClr val="FFFFFF"/>
                </a:solidFill>
                <a:latin typeface="Lucida Sans Unicode"/>
                <a:cs typeface="Lucida Sans Unicode"/>
              </a:rPr>
              <a:t>Stream</a:t>
            </a:r>
            <a:endParaRPr sz="4000">
              <a:latin typeface="Lucida Sans Unicode"/>
              <a:cs typeface="Lucida Sans Unicode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205394" y="7269998"/>
            <a:ext cx="2061845" cy="2804160"/>
            <a:chOff x="205394" y="7269998"/>
            <a:chExt cx="2061845" cy="2804160"/>
          </a:xfrm>
        </p:grpSpPr>
        <p:pic>
          <p:nvPicPr>
            <p:cNvPr id="41" name="object 4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5833" y="7269998"/>
              <a:ext cx="1581149" cy="1581149"/>
            </a:xfrm>
            <a:prstGeom prst="rect">
              <a:avLst/>
            </a:prstGeom>
          </p:spPr>
        </p:pic>
        <p:pic>
          <p:nvPicPr>
            <p:cNvPr id="42" name="object 42" descr="">
              <a:hlinkClick r:id="rId14"/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05394" y="9606976"/>
              <a:ext cx="771524" cy="46670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13049250" y="384886"/>
              <a:ext cx="4857750" cy="9525000"/>
            </a:xfrm>
            <a:custGeom>
              <a:avLst/>
              <a:gdLst/>
              <a:ahLst/>
              <a:cxnLst/>
              <a:rect l="l" t="t" r="r" b="b"/>
              <a:pathLst>
                <a:path w="4857750" h="9525000">
                  <a:moveTo>
                    <a:pt x="485775" y="9524984"/>
                  </a:moveTo>
                  <a:lnTo>
                    <a:pt x="4371975" y="9524984"/>
                  </a:lnTo>
                  <a:lnTo>
                    <a:pt x="4419589" y="9522653"/>
                  </a:lnTo>
                  <a:lnTo>
                    <a:pt x="4466744" y="9515659"/>
                  </a:lnTo>
                  <a:lnTo>
                    <a:pt x="4512989" y="9504087"/>
                  </a:lnTo>
                  <a:lnTo>
                    <a:pt x="4557867" y="9488008"/>
                  </a:lnTo>
                  <a:lnTo>
                    <a:pt x="4600969" y="9467643"/>
                  </a:lnTo>
                  <a:lnTo>
                    <a:pt x="4641850" y="9443121"/>
                  </a:lnTo>
                  <a:lnTo>
                    <a:pt x="4680148" y="9414729"/>
                  </a:lnTo>
                  <a:lnTo>
                    <a:pt x="4715463" y="9382709"/>
                  </a:lnTo>
                  <a:lnTo>
                    <a:pt x="4747483" y="9347396"/>
                  </a:lnTo>
                  <a:lnTo>
                    <a:pt x="4775875" y="9309101"/>
                  </a:lnTo>
                  <a:lnTo>
                    <a:pt x="4800388" y="9268214"/>
                  </a:lnTo>
                  <a:lnTo>
                    <a:pt x="4820776" y="9225126"/>
                  </a:lnTo>
                  <a:lnTo>
                    <a:pt x="4836842" y="9180236"/>
                  </a:lnTo>
                  <a:lnTo>
                    <a:pt x="4848422" y="9133990"/>
                  </a:lnTo>
                  <a:lnTo>
                    <a:pt x="4855417" y="9086841"/>
                  </a:lnTo>
                  <a:lnTo>
                    <a:pt x="4857750" y="9039225"/>
                  </a:lnTo>
                  <a:lnTo>
                    <a:pt x="4857750" y="485775"/>
                  </a:lnTo>
                  <a:lnTo>
                    <a:pt x="4857167" y="461939"/>
                  </a:lnTo>
                  <a:lnTo>
                    <a:pt x="4852500" y="414496"/>
                  </a:lnTo>
                  <a:lnTo>
                    <a:pt x="4843201" y="367739"/>
                  </a:lnTo>
                  <a:lnTo>
                    <a:pt x="4829357" y="322121"/>
                  </a:lnTo>
                  <a:lnTo>
                    <a:pt x="4811109" y="278080"/>
                  </a:lnTo>
                  <a:lnTo>
                    <a:pt x="4788635" y="236038"/>
                  </a:lnTo>
                  <a:lnTo>
                    <a:pt x="4762158" y="196395"/>
                  </a:lnTo>
                  <a:lnTo>
                    <a:pt x="4731915" y="159544"/>
                  </a:lnTo>
                  <a:lnTo>
                    <a:pt x="4698204" y="125837"/>
                  </a:lnTo>
                  <a:lnTo>
                    <a:pt x="4661354" y="95592"/>
                  </a:lnTo>
                  <a:lnTo>
                    <a:pt x="4621716" y="69107"/>
                  </a:lnTo>
                  <a:lnTo>
                    <a:pt x="4579671" y="46638"/>
                  </a:lnTo>
                  <a:lnTo>
                    <a:pt x="4535628" y="28394"/>
                  </a:lnTo>
                  <a:lnTo>
                    <a:pt x="4490010" y="14552"/>
                  </a:lnTo>
                  <a:lnTo>
                    <a:pt x="4443253" y="5254"/>
                  </a:lnTo>
                  <a:lnTo>
                    <a:pt x="4395811" y="580"/>
                  </a:lnTo>
                  <a:lnTo>
                    <a:pt x="4371975" y="0"/>
                  </a:lnTo>
                  <a:lnTo>
                    <a:pt x="485775" y="0"/>
                  </a:lnTo>
                  <a:lnTo>
                    <a:pt x="438159" y="2332"/>
                  </a:lnTo>
                  <a:lnTo>
                    <a:pt x="391001" y="9332"/>
                  </a:lnTo>
                  <a:lnTo>
                    <a:pt x="344764" y="20907"/>
                  </a:lnTo>
                  <a:lnTo>
                    <a:pt x="299873" y="36970"/>
                  </a:lnTo>
                  <a:lnTo>
                    <a:pt x="256780" y="57352"/>
                  </a:lnTo>
                  <a:lnTo>
                    <a:pt x="215892" y="81864"/>
                  </a:lnTo>
                  <a:lnTo>
                    <a:pt x="177599" y="110260"/>
                  </a:lnTo>
                  <a:lnTo>
                    <a:pt x="142281" y="142276"/>
                  </a:lnTo>
                  <a:lnTo>
                    <a:pt x="110260" y="177593"/>
                  </a:lnTo>
                  <a:lnTo>
                    <a:pt x="81868" y="215893"/>
                  </a:lnTo>
                  <a:lnTo>
                    <a:pt x="57360" y="256783"/>
                  </a:lnTo>
                  <a:lnTo>
                    <a:pt x="36972" y="299874"/>
                  </a:lnTo>
                  <a:lnTo>
                    <a:pt x="20909" y="344759"/>
                  </a:lnTo>
                  <a:lnTo>
                    <a:pt x="9326" y="391003"/>
                  </a:lnTo>
                  <a:lnTo>
                    <a:pt x="2331" y="438159"/>
                  </a:lnTo>
                  <a:lnTo>
                    <a:pt x="0" y="485775"/>
                  </a:lnTo>
                  <a:lnTo>
                    <a:pt x="0" y="9039225"/>
                  </a:lnTo>
                  <a:lnTo>
                    <a:pt x="2332" y="9086841"/>
                  </a:lnTo>
                  <a:lnTo>
                    <a:pt x="9327" y="9133990"/>
                  </a:lnTo>
                  <a:lnTo>
                    <a:pt x="20907" y="9180235"/>
                  </a:lnTo>
                  <a:lnTo>
                    <a:pt x="36973" y="9225125"/>
                  </a:lnTo>
                  <a:lnTo>
                    <a:pt x="57361" y="9268214"/>
                  </a:lnTo>
                  <a:lnTo>
                    <a:pt x="81874" y="9309102"/>
                  </a:lnTo>
                  <a:lnTo>
                    <a:pt x="110268" y="9347399"/>
                  </a:lnTo>
                  <a:lnTo>
                    <a:pt x="142288" y="9382712"/>
                  </a:lnTo>
                  <a:lnTo>
                    <a:pt x="177602" y="9414730"/>
                  </a:lnTo>
                  <a:lnTo>
                    <a:pt x="215900" y="9443123"/>
                  </a:lnTo>
                  <a:lnTo>
                    <a:pt x="256781" y="9467646"/>
                  </a:lnTo>
                  <a:lnTo>
                    <a:pt x="299877" y="9488019"/>
                  </a:lnTo>
                  <a:lnTo>
                    <a:pt x="344756" y="9504087"/>
                  </a:lnTo>
                  <a:lnTo>
                    <a:pt x="391003" y="9515659"/>
                  </a:lnTo>
                  <a:lnTo>
                    <a:pt x="438160" y="9522652"/>
                  </a:lnTo>
                  <a:lnTo>
                    <a:pt x="485775" y="9524984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3535025" y="384886"/>
              <a:ext cx="3886200" cy="0"/>
            </a:xfrm>
            <a:custGeom>
              <a:avLst/>
              <a:gdLst/>
              <a:ahLst/>
              <a:cxnLst/>
              <a:rect l="l" t="t" r="r" b="b"/>
              <a:pathLst>
                <a:path w="3886200" h="0">
                  <a:moveTo>
                    <a:pt x="3886200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08840" y="421995"/>
              <a:ext cx="228013" cy="20845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3049250" y="870661"/>
              <a:ext cx="0" cy="8553450"/>
            </a:xfrm>
            <a:custGeom>
              <a:avLst/>
              <a:gdLst/>
              <a:ahLst/>
              <a:cxnLst/>
              <a:rect l="l" t="t" r="r" b="b"/>
              <a:pathLst>
                <a:path w="0" h="8553450">
                  <a:moveTo>
                    <a:pt x="0" y="0"/>
                  </a:moveTo>
                  <a:lnTo>
                    <a:pt x="0" y="855345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21599" y="9684463"/>
              <a:ext cx="215254" cy="188311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3535026" y="9840773"/>
              <a:ext cx="4136390" cy="69215"/>
            </a:xfrm>
            <a:custGeom>
              <a:avLst/>
              <a:gdLst/>
              <a:ahLst/>
              <a:cxnLst/>
              <a:rect l="l" t="t" r="r" b="b"/>
              <a:pathLst>
                <a:path w="4136390" h="69215">
                  <a:moveTo>
                    <a:pt x="0" y="69096"/>
                  </a:moveTo>
                  <a:lnTo>
                    <a:pt x="3886199" y="69097"/>
                  </a:lnTo>
                </a:path>
                <a:path w="4136390" h="69215">
                  <a:moveTo>
                    <a:pt x="4115193" y="11755"/>
                  </a:moveTo>
                  <a:lnTo>
                    <a:pt x="4125569" y="5875"/>
                  </a:lnTo>
                  <a:lnTo>
                    <a:pt x="4135938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01073" y="9684463"/>
              <a:ext cx="133577" cy="139345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7907000" y="870661"/>
              <a:ext cx="0" cy="8553450"/>
            </a:xfrm>
            <a:custGeom>
              <a:avLst/>
              <a:gdLst/>
              <a:ahLst/>
              <a:cxnLst/>
              <a:rect l="l" t="t" r="r" b="b"/>
              <a:pathLst>
                <a:path w="0" h="8553450">
                  <a:moveTo>
                    <a:pt x="0" y="855345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40695" y="432715"/>
              <a:ext cx="206715" cy="197733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380390" y="380999"/>
              <a:ext cx="12334875" cy="9525000"/>
            </a:xfrm>
            <a:custGeom>
              <a:avLst/>
              <a:gdLst/>
              <a:ahLst/>
              <a:cxnLst/>
              <a:rect l="l" t="t" r="r" b="b"/>
              <a:pathLst>
                <a:path w="12334875" h="9525000">
                  <a:moveTo>
                    <a:pt x="11620500" y="9525000"/>
                  </a:moveTo>
                  <a:lnTo>
                    <a:pt x="714375" y="9525000"/>
                  </a:lnTo>
                  <a:lnTo>
                    <a:pt x="644353" y="9521571"/>
                  </a:lnTo>
                  <a:lnTo>
                    <a:pt x="575005" y="9511283"/>
                  </a:lnTo>
                  <a:lnTo>
                    <a:pt x="506999" y="9494245"/>
                  </a:lnTo>
                  <a:lnTo>
                    <a:pt x="440995" y="9470622"/>
                  </a:lnTo>
                  <a:lnTo>
                    <a:pt x="377617" y="9440654"/>
                  </a:lnTo>
                  <a:lnTo>
                    <a:pt x="317489" y="9404604"/>
                  </a:lnTo>
                  <a:lnTo>
                    <a:pt x="261180" y="9362846"/>
                  </a:lnTo>
                  <a:lnTo>
                    <a:pt x="209241" y="9315759"/>
                  </a:lnTo>
                  <a:lnTo>
                    <a:pt x="162149" y="9263820"/>
                  </a:lnTo>
                  <a:lnTo>
                    <a:pt x="120390" y="9207515"/>
                  </a:lnTo>
                  <a:lnTo>
                    <a:pt x="84347" y="9147384"/>
                  </a:lnTo>
                  <a:lnTo>
                    <a:pt x="54374" y="9084004"/>
                  </a:lnTo>
                  <a:lnTo>
                    <a:pt x="30751" y="9017997"/>
                  </a:lnTo>
                  <a:lnTo>
                    <a:pt x="13725" y="8949995"/>
                  </a:lnTo>
                  <a:lnTo>
                    <a:pt x="3431" y="8880644"/>
                  </a:lnTo>
                  <a:lnTo>
                    <a:pt x="0" y="8810625"/>
                  </a:lnTo>
                  <a:lnTo>
                    <a:pt x="0" y="714375"/>
                  </a:lnTo>
                  <a:lnTo>
                    <a:pt x="3431" y="644353"/>
                  </a:lnTo>
                  <a:lnTo>
                    <a:pt x="13725" y="575006"/>
                  </a:lnTo>
                  <a:lnTo>
                    <a:pt x="30752" y="507000"/>
                  </a:lnTo>
                  <a:lnTo>
                    <a:pt x="54380" y="440995"/>
                  </a:lnTo>
                  <a:lnTo>
                    <a:pt x="84345" y="377616"/>
                  </a:lnTo>
                  <a:lnTo>
                    <a:pt x="120393" y="317488"/>
                  </a:lnTo>
                  <a:lnTo>
                    <a:pt x="162149" y="261175"/>
                  </a:lnTo>
                  <a:lnTo>
                    <a:pt x="209236" y="209236"/>
                  </a:lnTo>
                  <a:lnTo>
                    <a:pt x="261175" y="162149"/>
                  </a:lnTo>
                  <a:lnTo>
                    <a:pt x="317488" y="120393"/>
                  </a:lnTo>
                  <a:lnTo>
                    <a:pt x="377616" y="84345"/>
                  </a:lnTo>
                  <a:lnTo>
                    <a:pt x="440996" y="54379"/>
                  </a:lnTo>
                  <a:lnTo>
                    <a:pt x="507000" y="30752"/>
                  </a:lnTo>
                  <a:lnTo>
                    <a:pt x="575007" y="13725"/>
                  </a:lnTo>
                  <a:lnTo>
                    <a:pt x="644353" y="3431"/>
                  </a:lnTo>
                  <a:lnTo>
                    <a:pt x="714375" y="0"/>
                  </a:lnTo>
                  <a:lnTo>
                    <a:pt x="11620500" y="0"/>
                  </a:lnTo>
                  <a:lnTo>
                    <a:pt x="11690510" y="3430"/>
                  </a:lnTo>
                  <a:lnTo>
                    <a:pt x="11759851" y="13724"/>
                  </a:lnTo>
                  <a:lnTo>
                    <a:pt x="11827862" y="30751"/>
                  </a:lnTo>
                  <a:lnTo>
                    <a:pt x="11893868" y="54376"/>
                  </a:lnTo>
                  <a:lnTo>
                    <a:pt x="11957223" y="84324"/>
                  </a:lnTo>
                  <a:lnTo>
                    <a:pt x="12017400" y="120405"/>
                  </a:lnTo>
                  <a:lnTo>
                    <a:pt x="12073706" y="162147"/>
                  </a:lnTo>
                  <a:lnTo>
                    <a:pt x="12125627" y="209218"/>
                  </a:lnTo>
                  <a:lnTo>
                    <a:pt x="12172745" y="261193"/>
                  </a:lnTo>
                  <a:lnTo>
                    <a:pt x="12214469" y="317496"/>
                  </a:lnTo>
                  <a:lnTo>
                    <a:pt x="12250508" y="377606"/>
                  </a:lnTo>
                  <a:lnTo>
                    <a:pt x="12280483" y="440996"/>
                  </a:lnTo>
                  <a:lnTo>
                    <a:pt x="12304117" y="507000"/>
                  </a:lnTo>
                  <a:lnTo>
                    <a:pt x="12321144" y="575010"/>
                  </a:lnTo>
                  <a:lnTo>
                    <a:pt x="12331431" y="644355"/>
                  </a:lnTo>
                  <a:lnTo>
                    <a:pt x="12334860" y="714375"/>
                  </a:lnTo>
                  <a:lnTo>
                    <a:pt x="12334860" y="8810625"/>
                  </a:lnTo>
                  <a:lnTo>
                    <a:pt x="12331431" y="8880642"/>
                  </a:lnTo>
                  <a:lnTo>
                    <a:pt x="12321144" y="8949992"/>
                  </a:lnTo>
                  <a:lnTo>
                    <a:pt x="12304118" y="9017996"/>
                  </a:lnTo>
                  <a:lnTo>
                    <a:pt x="12280488" y="9084002"/>
                  </a:lnTo>
                  <a:lnTo>
                    <a:pt x="12250507" y="9147393"/>
                  </a:lnTo>
                  <a:lnTo>
                    <a:pt x="12214472" y="9207508"/>
                  </a:lnTo>
                  <a:lnTo>
                    <a:pt x="12172743" y="9263802"/>
                  </a:lnTo>
                  <a:lnTo>
                    <a:pt x="12125624" y="9315776"/>
                  </a:lnTo>
                  <a:lnTo>
                    <a:pt x="12073701" y="9362848"/>
                  </a:lnTo>
                  <a:lnTo>
                    <a:pt x="12017398" y="9404591"/>
                  </a:lnTo>
                  <a:lnTo>
                    <a:pt x="11957225" y="9440675"/>
                  </a:lnTo>
                  <a:lnTo>
                    <a:pt x="11893870" y="9470626"/>
                  </a:lnTo>
                  <a:lnTo>
                    <a:pt x="11827864" y="9494247"/>
                  </a:lnTo>
                  <a:lnTo>
                    <a:pt x="11759853" y="9511284"/>
                  </a:lnTo>
                  <a:lnTo>
                    <a:pt x="11690510" y="9521572"/>
                  </a:lnTo>
                  <a:lnTo>
                    <a:pt x="11620500" y="95250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80390" y="380999"/>
              <a:ext cx="12334875" cy="9525000"/>
            </a:xfrm>
            <a:custGeom>
              <a:avLst/>
              <a:gdLst/>
              <a:ahLst/>
              <a:cxnLst/>
              <a:rect l="l" t="t" r="r" b="b"/>
              <a:pathLst>
                <a:path w="12334875" h="9525000">
                  <a:moveTo>
                    <a:pt x="714375" y="0"/>
                  </a:moveTo>
                  <a:lnTo>
                    <a:pt x="11620500" y="0"/>
                  </a:lnTo>
                </a:path>
                <a:path w="12334875" h="9525000">
                  <a:moveTo>
                    <a:pt x="12334859" y="714375"/>
                  </a:moveTo>
                  <a:lnTo>
                    <a:pt x="12334860" y="8810624"/>
                  </a:lnTo>
                </a:path>
                <a:path w="12334875" h="9525000">
                  <a:moveTo>
                    <a:pt x="11620500" y="9525000"/>
                  </a:moveTo>
                  <a:lnTo>
                    <a:pt x="714375" y="9525000"/>
                  </a:lnTo>
                </a:path>
                <a:path w="12334875" h="9525000">
                  <a:moveTo>
                    <a:pt x="0" y="8810625"/>
                  </a:moveTo>
                  <a:lnTo>
                    <a:pt x="0" y="714375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126206" y="7010569"/>
            <a:ext cx="9556115" cy="24739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050" spc="-1445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dirty="0" sz="16050" spc="-1355">
                <a:solidFill>
                  <a:srgbClr val="FFFFFF"/>
                </a:solidFill>
                <a:latin typeface="Lucida Sans Unicode"/>
                <a:cs typeface="Lucida Sans Unicode"/>
              </a:rPr>
              <a:t>as</a:t>
            </a:r>
            <a:r>
              <a:rPr dirty="0" sz="16050" spc="-73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16050" spc="-17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050" spc="-90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dirty="0" sz="16050" spc="-905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16050" spc="-994">
                <a:solidFill>
                  <a:srgbClr val="FFFFFF"/>
                </a:solidFill>
                <a:latin typeface="Lucida Sans Unicode"/>
                <a:cs typeface="Lucida Sans Unicode"/>
              </a:rPr>
              <a:t>u</a:t>
            </a:r>
            <a:r>
              <a:rPr dirty="0" sz="16050" spc="-990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dirty="0" sz="16050" spc="-32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endParaRPr sz="16050">
              <a:latin typeface="Lucida Sans Unicode"/>
              <a:cs typeface="Lucida Sans Unicode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205394" y="763591"/>
            <a:ext cx="17711420" cy="9310370"/>
            <a:chOff x="205394" y="763591"/>
            <a:chExt cx="17711420" cy="9310370"/>
          </a:xfrm>
        </p:grpSpPr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544294" y="763591"/>
              <a:ext cx="1847849" cy="34289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49250" y="1602098"/>
              <a:ext cx="4867289" cy="7067540"/>
            </a:xfrm>
            <a:prstGeom prst="rect">
              <a:avLst/>
            </a:prstGeom>
          </p:spPr>
        </p:pic>
        <p:pic>
          <p:nvPicPr>
            <p:cNvPr id="18" name="object 18" descr="">
              <a:hlinkClick r:id="rId8"/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5394" y="9606976"/>
              <a:ext cx="771524" cy="466709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128388" y="974221"/>
            <a:ext cx="7139305" cy="100520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774189" algn="l"/>
              </a:tabLst>
            </a:pPr>
            <a:r>
              <a:rPr dirty="0" sz="6400" spc="-555"/>
              <a:t>03</a:t>
            </a:r>
            <a:r>
              <a:rPr dirty="0" sz="6400"/>
              <a:t>	</a:t>
            </a:r>
            <a:r>
              <a:rPr dirty="0" sz="4000" spc="-229"/>
              <a:t>What</a:t>
            </a:r>
            <a:r>
              <a:rPr dirty="0" sz="4000" spc="-290"/>
              <a:t> </a:t>
            </a:r>
            <a:r>
              <a:rPr dirty="0" sz="4000" spc="-250"/>
              <a:t>does</a:t>
            </a:r>
            <a:r>
              <a:rPr dirty="0" sz="4000" spc="-290"/>
              <a:t> </a:t>
            </a:r>
            <a:r>
              <a:rPr dirty="0" sz="4000" spc="-315"/>
              <a:t>our</a:t>
            </a:r>
            <a:r>
              <a:rPr dirty="0" sz="4000" spc="-290"/>
              <a:t> </a:t>
            </a:r>
            <a:r>
              <a:rPr dirty="0" sz="4000" spc="-245"/>
              <a:t>Users</a:t>
            </a:r>
            <a:r>
              <a:rPr dirty="0" sz="4000" spc="-290"/>
              <a:t> </a:t>
            </a:r>
            <a:r>
              <a:rPr dirty="0" sz="4000" spc="-45"/>
              <a:t>say</a:t>
            </a:r>
            <a:endParaRPr sz="4000"/>
          </a:p>
        </p:txBody>
      </p:sp>
      <p:sp>
        <p:nvSpPr>
          <p:cNvPr id="20" name="object 20" descr=""/>
          <p:cNvSpPr txBox="1"/>
          <p:nvPr/>
        </p:nvSpPr>
        <p:spPr>
          <a:xfrm>
            <a:off x="939800" y="2384999"/>
            <a:ext cx="9740265" cy="38652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dirty="0" sz="2250" spc="-135">
                <a:solidFill>
                  <a:srgbClr val="FFFFFF"/>
                </a:solidFill>
                <a:latin typeface="Tahoma"/>
                <a:cs typeface="Tahoma"/>
              </a:rPr>
              <a:t>We</a:t>
            </a:r>
            <a:r>
              <a:rPr dirty="0" sz="225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50" spc="-5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dirty="0" sz="225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50">
                <a:solidFill>
                  <a:srgbClr val="FFFFFF"/>
                </a:solidFill>
                <a:latin typeface="Tahoma"/>
                <a:cs typeface="Tahoma"/>
              </a:rPr>
              <a:t>cond</a:t>
            </a:r>
            <a:r>
              <a:rPr dirty="0" sz="225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250">
                <a:solidFill>
                  <a:srgbClr val="FFFFFF"/>
                </a:solidFill>
                <a:latin typeface="Tahoma"/>
                <a:cs typeface="Tahoma"/>
              </a:rPr>
              <a:t>cting</a:t>
            </a:r>
            <a:r>
              <a:rPr dirty="0" sz="225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5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250">
                <a:solidFill>
                  <a:srgbClr val="FFFFFF"/>
                </a:solidFill>
                <a:latin typeface="Tahoma"/>
                <a:cs typeface="Tahoma"/>
              </a:rPr>
              <a:t>sabilit</a:t>
            </a:r>
            <a:r>
              <a:rPr dirty="0" sz="225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225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 spc="60">
                <a:solidFill>
                  <a:srgbClr val="FFFFFF"/>
                </a:solidFill>
                <a:latin typeface="Tahoma"/>
                <a:cs typeface="Tahoma"/>
              </a:rPr>
              <a:t>tests</a:t>
            </a:r>
            <a:r>
              <a:rPr dirty="0" sz="225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5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dirty="0" sz="225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5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225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25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225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25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225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225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225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5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dirty="0" sz="225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5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250">
                <a:solidFill>
                  <a:srgbClr val="FFFFFF"/>
                </a:solidFill>
                <a:latin typeface="Tahoma"/>
                <a:cs typeface="Tahoma"/>
              </a:rPr>
              <a:t>alidate</a:t>
            </a:r>
            <a:r>
              <a:rPr dirty="0" sz="225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50" spc="5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dirty="0" sz="225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50" spc="-70">
                <a:solidFill>
                  <a:srgbClr val="FFFFFF"/>
                </a:solidFill>
                <a:latin typeface="Tahoma"/>
                <a:cs typeface="Tahoma"/>
              </a:rPr>
              <a:t>TechEd</a:t>
            </a:r>
            <a:r>
              <a:rPr dirty="0" sz="225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Tahoma"/>
                <a:cs typeface="Tahoma"/>
              </a:rPr>
              <a:t>Stream</a:t>
            </a:r>
            <a:r>
              <a:rPr dirty="0" sz="2250" spc="-10">
                <a:solidFill>
                  <a:srgbClr val="FFFFFF"/>
                </a:solidFill>
                <a:latin typeface="Arial MT"/>
                <a:cs typeface="Arial MT"/>
              </a:rPr>
              <a:t>: </a:t>
            </a:r>
            <a:r>
              <a:rPr dirty="0" sz="2250" spc="-10">
                <a:solidFill>
                  <a:srgbClr val="FFFFFF"/>
                </a:solidFill>
                <a:latin typeface="Tahoma"/>
                <a:cs typeface="Tahoma"/>
              </a:rPr>
              <a:t>Directl</a:t>
            </a:r>
            <a:r>
              <a:rPr dirty="0" sz="2250" spc="-1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22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 spc="-40">
                <a:solidFill>
                  <a:srgbClr val="FFFFFF"/>
                </a:solidFill>
                <a:latin typeface="Tahoma"/>
                <a:cs typeface="Tahoma"/>
              </a:rPr>
              <a:t>impro</a:t>
            </a:r>
            <a:r>
              <a:rPr dirty="0" sz="2250" spc="-4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250" spc="-40">
                <a:solidFill>
                  <a:srgbClr val="FFFFFF"/>
                </a:solidFill>
                <a:latin typeface="Tahoma"/>
                <a:cs typeface="Tahoma"/>
              </a:rPr>
              <a:t>es</a:t>
            </a:r>
            <a:r>
              <a:rPr dirty="0" sz="225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5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250">
                <a:solidFill>
                  <a:srgbClr val="FFFFFF"/>
                </a:solidFill>
                <a:latin typeface="Tahoma"/>
                <a:cs typeface="Tahoma"/>
              </a:rPr>
              <a:t>nderstanding</a:t>
            </a:r>
            <a:r>
              <a:rPr dirty="0" sz="225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50" spc="-35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dirty="0" sz="225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20">
                <a:solidFill>
                  <a:srgbClr val="FFFFFF"/>
                </a:solidFill>
                <a:latin typeface="Lucida Sans Unicode"/>
                <a:cs typeface="Lucida Sans Unicode"/>
              </a:rPr>
              <a:t>comple</a:t>
            </a:r>
            <a:r>
              <a:rPr dirty="0" sz="2250" spc="-120">
                <a:solidFill>
                  <a:srgbClr val="FFFFFF"/>
                </a:solidFill>
                <a:latin typeface="Arial MT"/>
                <a:cs typeface="Arial MT"/>
              </a:rPr>
              <a:t>x</a:t>
            </a:r>
            <a:r>
              <a:rPr dirty="0" sz="225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Lucida Sans Unicode"/>
                <a:cs typeface="Lucida Sans Unicode"/>
              </a:rPr>
              <a:t>concepts</a:t>
            </a:r>
            <a:endParaRPr sz="2250">
              <a:latin typeface="Lucida Sans Unicode"/>
              <a:cs typeface="Lucida Sans Unicode"/>
            </a:endParaRPr>
          </a:p>
          <a:p>
            <a:pPr marL="12700" marR="3442970">
              <a:lnSpc>
                <a:spcPct val="123600"/>
              </a:lnSpc>
              <a:spcBef>
                <a:spcPts val="35"/>
              </a:spcBef>
            </a:pPr>
            <a:r>
              <a:rPr dirty="0" sz="2250">
                <a:solidFill>
                  <a:srgbClr val="FFFFFF"/>
                </a:solidFill>
                <a:latin typeface="Tahoma"/>
                <a:cs typeface="Tahoma"/>
              </a:rPr>
              <a:t>Red</a:t>
            </a:r>
            <a:r>
              <a:rPr dirty="0" sz="225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250">
                <a:solidFill>
                  <a:srgbClr val="FFFFFF"/>
                </a:solidFill>
                <a:latin typeface="Tahoma"/>
                <a:cs typeface="Tahoma"/>
              </a:rPr>
              <a:t>ces</a:t>
            </a:r>
            <a:r>
              <a:rPr dirty="0" sz="225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50">
                <a:solidFill>
                  <a:srgbClr val="FFFFFF"/>
                </a:solidFill>
                <a:latin typeface="Tahoma"/>
                <a:cs typeface="Tahoma"/>
              </a:rPr>
              <a:t>st</a:t>
            </a:r>
            <a:r>
              <a:rPr dirty="0" sz="225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250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dirty="0" sz="225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22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FFFFFF"/>
                </a:solidFill>
                <a:latin typeface="Tahoma"/>
                <a:cs typeface="Tahoma"/>
              </a:rPr>
              <a:t>time</a:t>
            </a:r>
            <a:r>
              <a:rPr dirty="0" sz="225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50" spc="-110">
                <a:solidFill>
                  <a:srgbClr val="FFFFFF"/>
                </a:solidFill>
                <a:latin typeface="Lucida Sans Unicode"/>
                <a:cs typeface="Lucida Sans Unicode"/>
              </a:rPr>
              <a:t>thro</a:t>
            </a:r>
            <a:r>
              <a:rPr dirty="0" sz="2250" spc="-11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250" spc="-110">
                <a:solidFill>
                  <a:srgbClr val="FFFFFF"/>
                </a:solidFill>
                <a:latin typeface="Lucida Sans Unicode"/>
                <a:cs typeface="Lucida Sans Unicode"/>
              </a:rPr>
              <a:t>gh</a:t>
            </a:r>
            <a:r>
              <a:rPr dirty="0" sz="225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2250" spc="310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dirty="0" sz="2250" spc="-65">
                <a:solidFill>
                  <a:srgbClr val="FFFFFF"/>
                </a:solidFill>
                <a:latin typeface="Lucida Sans Unicode"/>
                <a:cs typeface="Lucida Sans Unicode"/>
              </a:rPr>
              <a:t>cient</a:t>
            </a:r>
            <a:r>
              <a:rPr dirty="0" sz="225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8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250" spc="-80">
                <a:solidFill>
                  <a:srgbClr val="FFFFFF"/>
                </a:solidFill>
                <a:latin typeface="Lucida Sans Unicode"/>
                <a:cs typeface="Lucida Sans Unicode"/>
              </a:rPr>
              <a:t>is</a:t>
            </a:r>
            <a:r>
              <a:rPr dirty="0" sz="2250" spc="-8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250" spc="-80">
                <a:solidFill>
                  <a:srgbClr val="FFFFFF"/>
                </a:solidFill>
                <a:latin typeface="Lucida Sans Unicode"/>
                <a:cs typeface="Lucida Sans Unicode"/>
              </a:rPr>
              <a:t>ali</a:t>
            </a:r>
            <a:r>
              <a:rPr dirty="0" sz="2250" spc="-80">
                <a:solidFill>
                  <a:srgbClr val="FFFFFF"/>
                </a:solidFill>
                <a:latin typeface="Arial MT"/>
                <a:cs typeface="Arial MT"/>
              </a:rPr>
              <a:t>z</a:t>
            </a:r>
            <a:r>
              <a:rPr dirty="0" sz="2250" spc="-80">
                <a:solidFill>
                  <a:srgbClr val="FFFFFF"/>
                </a:solidFill>
                <a:latin typeface="Lucida Sans Unicode"/>
                <a:cs typeface="Lucida Sans Unicode"/>
              </a:rPr>
              <a:t>ation </a:t>
            </a:r>
            <a:r>
              <a:rPr dirty="0" sz="2250" spc="-35">
                <a:solidFill>
                  <a:srgbClr val="FFFFFF"/>
                </a:solidFill>
                <a:latin typeface="Tahoma"/>
                <a:cs typeface="Tahoma"/>
              </a:rPr>
              <a:t>Increases</a:t>
            </a:r>
            <a:r>
              <a:rPr dirty="0" sz="225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50" spc="-20">
                <a:solidFill>
                  <a:srgbClr val="FFFFFF"/>
                </a:solidFill>
                <a:latin typeface="Tahoma"/>
                <a:cs typeface="Tahoma"/>
              </a:rPr>
              <a:t>engagement</a:t>
            </a:r>
            <a:r>
              <a:rPr dirty="0" sz="225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50" spc="-65">
                <a:solidFill>
                  <a:srgbClr val="FFFFFF"/>
                </a:solidFill>
                <a:latin typeface="Arial MT"/>
                <a:cs typeface="Arial MT"/>
              </a:rPr>
              <a:t>w</a:t>
            </a:r>
            <a:r>
              <a:rPr dirty="0" sz="2250" spc="-65">
                <a:solidFill>
                  <a:srgbClr val="FFFFFF"/>
                </a:solidFill>
                <a:latin typeface="Lucida Sans Unicode"/>
                <a:cs typeface="Lucida Sans Unicode"/>
              </a:rPr>
              <a:t>ith</a:t>
            </a:r>
            <a:r>
              <a:rPr dirty="0" sz="225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75">
                <a:solidFill>
                  <a:srgbClr val="FFFFFF"/>
                </a:solidFill>
                <a:latin typeface="Lucida Sans Unicode"/>
                <a:cs typeface="Lucida Sans Unicode"/>
              </a:rPr>
              <a:t>interacti</a:t>
            </a:r>
            <a:r>
              <a:rPr dirty="0" sz="2250" spc="-75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250" spc="-75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225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Lucida Sans Unicode"/>
                <a:cs typeface="Lucida Sans Unicode"/>
              </a:rPr>
              <a:t>learning </a:t>
            </a:r>
            <a:r>
              <a:rPr dirty="0" sz="2250" spc="-10">
                <a:solidFill>
                  <a:srgbClr val="FFFFFF"/>
                </a:solidFill>
                <a:latin typeface="Tahoma"/>
                <a:cs typeface="Tahoma"/>
              </a:rPr>
              <a:t>Earl</a:t>
            </a:r>
            <a:r>
              <a:rPr dirty="0" sz="2250" spc="-1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2250" spc="-1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Tahoma"/>
                <a:cs typeface="Tahoma"/>
              </a:rPr>
              <a:t>Testimonials</a:t>
            </a:r>
            <a:r>
              <a:rPr dirty="0" sz="2250" spc="-1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endParaRPr sz="2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2300" i="1">
                <a:solidFill>
                  <a:srgbClr val="FFFFFF"/>
                </a:solidFill>
                <a:latin typeface="Arial"/>
                <a:cs typeface="Arial"/>
              </a:rPr>
              <a:t>"It</a:t>
            </a:r>
            <a:r>
              <a:rPr dirty="0" sz="2300" spc="-1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-30" i="1">
                <a:solidFill>
                  <a:srgbClr val="FFFFFF"/>
                </a:solidFill>
                <a:latin typeface="Arial"/>
                <a:cs typeface="Arial"/>
              </a:rPr>
              <a:t>helped</a:t>
            </a:r>
            <a:r>
              <a:rPr dirty="0" sz="230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-114" i="1">
                <a:solidFill>
                  <a:srgbClr val="FFFFFF"/>
                </a:solidFill>
                <a:latin typeface="Arial"/>
                <a:cs typeface="Arial"/>
              </a:rPr>
              <a:t>me</a:t>
            </a:r>
            <a:r>
              <a:rPr dirty="0" sz="2300" spc="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-45" i="1">
                <a:solidFill>
                  <a:srgbClr val="FFFFFF"/>
                </a:solidFill>
                <a:latin typeface="Arial"/>
                <a:cs typeface="Arial"/>
              </a:rPr>
              <a:t>visualize</a:t>
            </a:r>
            <a:r>
              <a:rPr dirty="0" sz="2300" spc="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-75" i="1">
                <a:solidFill>
                  <a:srgbClr val="FFFFFF"/>
                </a:solidFill>
                <a:latin typeface="Arial"/>
                <a:cs typeface="Arial"/>
              </a:rPr>
              <a:t>beam</a:t>
            </a:r>
            <a:r>
              <a:rPr dirty="0" sz="2300" i="1">
                <a:solidFill>
                  <a:srgbClr val="FFFFFF"/>
                </a:solidFill>
                <a:latin typeface="Arial"/>
                <a:cs typeface="Arial"/>
              </a:rPr>
              <a:t> de</a:t>
            </a:r>
            <a:r>
              <a:rPr dirty="0" sz="2300" spc="-15" i="1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300" i="1">
                <a:solidFill>
                  <a:srgbClr val="FFFFFF"/>
                </a:solidFill>
                <a:latin typeface="Arial"/>
                <a:cs typeface="Arial"/>
              </a:rPr>
              <a:t>ection</a:t>
            </a:r>
            <a:r>
              <a:rPr dirty="0" sz="2300" spc="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i="1">
                <a:solidFill>
                  <a:srgbClr val="FFFFFF"/>
                </a:solidFill>
                <a:latin typeface="Arial"/>
                <a:cs typeface="Arial"/>
              </a:rPr>
              <a:t>instantly!" </a:t>
            </a:r>
            <a:r>
              <a:rPr dirty="0" sz="225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dirty="0" sz="225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 spc="-140">
                <a:solidFill>
                  <a:srgbClr val="FFFFFF"/>
                </a:solidFill>
                <a:latin typeface="Lucida Sans Unicode"/>
                <a:cs typeface="Lucida Sans Unicode"/>
              </a:rPr>
              <a:t>Engineering</a:t>
            </a:r>
            <a:r>
              <a:rPr dirty="0" sz="225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Lucida Sans Unicode"/>
                <a:cs typeface="Lucida Sans Unicode"/>
              </a:rPr>
              <a:t>St</a:t>
            </a:r>
            <a:r>
              <a:rPr dirty="0" sz="2250" spc="-1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250" spc="-10">
                <a:solidFill>
                  <a:srgbClr val="FFFFFF"/>
                </a:solidFill>
                <a:latin typeface="Lucida Sans Unicode"/>
                <a:cs typeface="Lucida Sans Unicode"/>
              </a:rPr>
              <a:t>dent</a:t>
            </a:r>
            <a:endParaRPr sz="22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2300" spc="-45" i="1">
                <a:solidFill>
                  <a:srgbClr val="FFFFFF"/>
                </a:solidFill>
                <a:latin typeface="Arial"/>
                <a:cs typeface="Arial"/>
              </a:rPr>
              <a:t>"Makes</a:t>
            </a:r>
            <a:r>
              <a:rPr dirty="0" sz="2300" spc="-6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-35" i="1">
                <a:solidFill>
                  <a:srgbClr val="FFFFFF"/>
                </a:solidFill>
                <a:latin typeface="Arial"/>
                <a:cs typeface="Arial"/>
              </a:rPr>
              <a:t>complex</a:t>
            </a:r>
            <a:r>
              <a:rPr dirty="0" sz="2300" spc="-6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i="1">
                <a:solidFill>
                  <a:srgbClr val="FFFFFF"/>
                </a:solidFill>
                <a:latin typeface="Arial"/>
                <a:cs typeface="Arial"/>
              </a:rPr>
              <a:t>topics</a:t>
            </a:r>
            <a:r>
              <a:rPr dirty="0" sz="2300" spc="-6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-25" i="1">
                <a:solidFill>
                  <a:srgbClr val="FFFFFF"/>
                </a:solidFill>
                <a:latin typeface="Arial"/>
                <a:cs typeface="Arial"/>
              </a:rPr>
              <a:t>like</a:t>
            </a:r>
            <a:r>
              <a:rPr dirty="0" sz="2300" spc="-6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i="1">
                <a:solidFill>
                  <a:srgbClr val="FFFFFF"/>
                </a:solidFill>
                <a:latin typeface="Arial"/>
                <a:cs typeface="Arial"/>
              </a:rPr>
              <a:t>stress</a:t>
            </a:r>
            <a:r>
              <a:rPr dirty="0" sz="2300" spc="-6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-35" i="1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r>
              <a:rPr dirty="0" sz="2300" spc="-6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-20" i="1">
                <a:solidFill>
                  <a:srgbClr val="FFFFFF"/>
                </a:solidFill>
                <a:latin typeface="Arial"/>
                <a:cs typeface="Arial"/>
              </a:rPr>
              <a:t>much</a:t>
            </a:r>
            <a:r>
              <a:rPr dirty="0" sz="2300" spc="-6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-55" i="1">
                <a:solidFill>
                  <a:srgbClr val="FFFFFF"/>
                </a:solidFill>
                <a:latin typeface="Arial"/>
                <a:cs typeface="Arial"/>
              </a:rPr>
              <a:t>easier</a:t>
            </a:r>
            <a:r>
              <a:rPr dirty="0" sz="2300" spc="-6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80" i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300" spc="-6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-10" i="1">
                <a:solidFill>
                  <a:srgbClr val="FFFFFF"/>
                </a:solidFill>
                <a:latin typeface="Arial"/>
                <a:cs typeface="Arial"/>
              </a:rPr>
              <a:t>grasp."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225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dirty="0" sz="2250" spc="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 spc="-95">
                <a:solidFill>
                  <a:srgbClr val="FFFFFF"/>
                </a:solidFill>
                <a:latin typeface="Lucida Sans Unicode"/>
                <a:cs typeface="Lucida Sans Unicode"/>
              </a:rPr>
              <a:t>Mechanical</a:t>
            </a:r>
            <a:r>
              <a:rPr dirty="0" sz="225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40">
                <a:solidFill>
                  <a:srgbClr val="FFFFFF"/>
                </a:solidFill>
                <a:latin typeface="Lucida Sans Unicode"/>
                <a:cs typeface="Lucida Sans Unicode"/>
              </a:rPr>
              <a:t>Engineering</a:t>
            </a:r>
            <a:r>
              <a:rPr dirty="0" sz="22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Lucida Sans Unicode"/>
                <a:cs typeface="Lucida Sans Unicode"/>
              </a:rPr>
              <a:t>St</a:t>
            </a:r>
            <a:r>
              <a:rPr dirty="0" sz="2250" spc="-1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250" spc="-10">
                <a:solidFill>
                  <a:srgbClr val="FFFFFF"/>
                </a:solidFill>
                <a:latin typeface="Lucida Sans Unicode"/>
                <a:cs typeface="Lucida Sans Unicode"/>
              </a:rPr>
              <a:t>dent</a:t>
            </a:r>
            <a:endParaRPr sz="2250">
              <a:latin typeface="Lucida Sans Unicode"/>
              <a:cs typeface="Lucida Sans Unicode"/>
            </a:endParaRPr>
          </a:p>
          <a:p>
            <a:pPr marL="95885">
              <a:lnSpc>
                <a:spcPct val="100000"/>
              </a:lnSpc>
              <a:spcBef>
                <a:spcPts val="550"/>
              </a:spcBef>
            </a:pPr>
            <a:r>
              <a:rPr dirty="0" sz="2300" i="1">
                <a:solidFill>
                  <a:srgbClr val="FFFFFF"/>
                </a:solidFill>
                <a:latin typeface="Arial"/>
                <a:cs typeface="Arial"/>
              </a:rPr>
              <a:t>"I</a:t>
            </a:r>
            <a:r>
              <a:rPr dirty="0" sz="2300" spc="-5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i="1">
                <a:solidFill>
                  <a:srgbClr val="FFFFFF"/>
                </a:solidFill>
                <a:latin typeface="Arial"/>
                <a:cs typeface="Arial"/>
              </a:rPr>
              <a:t>wish</a:t>
            </a:r>
            <a:r>
              <a:rPr dirty="0" sz="2300" spc="-5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i="1">
                <a:solidFill>
                  <a:srgbClr val="FFFFFF"/>
                </a:solidFill>
                <a:latin typeface="Arial"/>
                <a:cs typeface="Arial"/>
              </a:rPr>
              <a:t>our</a:t>
            </a:r>
            <a:r>
              <a:rPr dirty="0" sz="2300" spc="-4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-50" i="1">
                <a:solidFill>
                  <a:srgbClr val="FFFFFF"/>
                </a:solidFill>
                <a:latin typeface="Arial"/>
                <a:cs typeface="Arial"/>
              </a:rPr>
              <a:t>classroom </a:t>
            </a:r>
            <a:r>
              <a:rPr dirty="0" sz="2300" i="1">
                <a:solidFill>
                  <a:srgbClr val="FFFFFF"/>
                </a:solidFill>
                <a:latin typeface="Arial"/>
                <a:cs typeface="Arial"/>
              </a:rPr>
              <a:t>tools</a:t>
            </a:r>
            <a:r>
              <a:rPr dirty="0" sz="2300" spc="-5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-60" i="1">
                <a:solidFill>
                  <a:srgbClr val="FFFFFF"/>
                </a:solidFill>
                <a:latin typeface="Arial"/>
                <a:cs typeface="Arial"/>
              </a:rPr>
              <a:t>were</a:t>
            </a:r>
            <a:r>
              <a:rPr dirty="0" sz="2300" spc="-4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i="1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dirty="0" sz="2300" spc="-5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-20" i="1">
                <a:solidFill>
                  <a:srgbClr val="FFFFFF"/>
                </a:solidFill>
                <a:latin typeface="Arial"/>
                <a:cs typeface="Arial"/>
              </a:rPr>
              <a:t>interactive."</a:t>
            </a:r>
            <a:r>
              <a:rPr dirty="0" sz="2300" spc="-4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dirty="0" sz="22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Lucida Sans Unicode"/>
                <a:cs typeface="Lucida Sans Unicode"/>
              </a:rPr>
              <a:t>Fac</a:t>
            </a:r>
            <a:r>
              <a:rPr dirty="0" sz="2250" spc="-1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250" spc="-10">
                <a:solidFill>
                  <a:srgbClr val="FFFFFF"/>
                </a:solidFill>
                <a:latin typeface="Lucida Sans Unicode"/>
                <a:cs typeface="Lucida Sans Unicode"/>
              </a:rPr>
              <a:t>lt</a:t>
            </a:r>
            <a:r>
              <a:rPr dirty="0" sz="2250" spc="-1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22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Lucida Sans Unicode"/>
                <a:cs typeface="Lucida Sans Unicode"/>
              </a:rPr>
              <a:t>Re</a:t>
            </a:r>
            <a:r>
              <a:rPr dirty="0" sz="2250" spc="-1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250" spc="-10">
                <a:solidFill>
                  <a:srgbClr val="FFFFFF"/>
                </a:solidFill>
                <a:latin typeface="Lucida Sans Unicode"/>
                <a:cs typeface="Lucida Sans Unicode"/>
              </a:rPr>
              <a:t>ie</a:t>
            </a:r>
            <a:r>
              <a:rPr dirty="0" sz="2250" spc="-10">
                <a:solidFill>
                  <a:srgbClr val="FFFFFF"/>
                </a:solidFill>
                <a:latin typeface="Arial MT"/>
                <a:cs typeface="Arial MT"/>
              </a:rPr>
              <a:t>w</a:t>
            </a:r>
            <a:r>
              <a:rPr dirty="0" sz="2250" spc="-10">
                <a:solidFill>
                  <a:srgbClr val="FFFFFF"/>
                </a:solidFill>
                <a:latin typeface="Lucida Sans Unicode"/>
                <a:cs typeface="Lucida Sans Unicode"/>
              </a:rPr>
              <a:t>er</a:t>
            </a:r>
            <a:endParaRPr sz="2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2857499" y="380999"/>
              <a:ext cx="15049500" cy="9525000"/>
            </a:xfrm>
            <a:custGeom>
              <a:avLst/>
              <a:gdLst/>
              <a:ahLst/>
              <a:cxnLst/>
              <a:rect l="l" t="t" r="r" b="b"/>
              <a:pathLst>
                <a:path w="15049500" h="9525000">
                  <a:moveTo>
                    <a:pt x="14335125" y="9525000"/>
                  </a:moveTo>
                  <a:lnTo>
                    <a:pt x="714375" y="9525000"/>
                  </a:lnTo>
                  <a:lnTo>
                    <a:pt x="644353" y="9521570"/>
                  </a:lnTo>
                  <a:lnTo>
                    <a:pt x="575005" y="9511284"/>
                  </a:lnTo>
                  <a:lnTo>
                    <a:pt x="506999" y="9494245"/>
                  </a:lnTo>
                  <a:lnTo>
                    <a:pt x="440993" y="9470627"/>
                  </a:lnTo>
                  <a:lnTo>
                    <a:pt x="377617" y="9440652"/>
                  </a:lnTo>
                  <a:lnTo>
                    <a:pt x="317486" y="9404608"/>
                  </a:lnTo>
                  <a:lnTo>
                    <a:pt x="261182" y="9362844"/>
                  </a:lnTo>
                  <a:lnTo>
                    <a:pt x="209245" y="9315754"/>
                  </a:lnTo>
                  <a:lnTo>
                    <a:pt x="162150" y="9263820"/>
                  </a:lnTo>
                  <a:lnTo>
                    <a:pt x="120390" y="9207515"/>
                  </a:lnTo>
                  <a:lnTo>
                    <a:pt x="84347" y="9147384"/>
                  </a:lnTo>
                  <a:lnTo>
                    <a:pt x="54374" y="9084004"/>
                  </a:lnTo>
                  <a:lnTo>
                    <a:pt x="30751" y="9017997"/>
                  </a:lnTo>
                  <a:lnTo>
                    <a:pt x="13725" y="8949995"/>
                  </a:lnTo>
                  <a:lnTo>
                    <a:pt x="3431" y="8880644"/>
                  </a:lnTo>
                  <a:lnTo>
                    <a:pt x="0" y="8810625"/>
                  </a:lnTo>
                  <a:lnTo>
                    <a:pt x="0" y="714375"/>
                  </a:lnTo>
                  <a:lnTo>
                    <a:pt x="3431" y="644353"/>
                  </a:lnTo>
                  <a:lnTo>
                    <a:pt x="13725" y="575006"/>
                  </a:lnTo>
                  <a:lnTo>
                    <a:pt x="30752" y="507000"/>
                  </a:lnTo>
                  <a:lnTo>
                    <a:pt x="54380" y="440995"/>
                  </a:lnTo>
                  <a:lnTo>
                    <a:pt x="84345" y="377616"/>
                  </a:lnTo>
                  <a:lnTo>
                    <a:pt x="120393" y="317488"/>
                  </a:lnTo>
                  <a:lnTo>
                    <a:pt x="162149" y="261175"/>
                  </a:lnTo>
                  <a:lnTo>
                    <a:pt x="209241" y="209240"/>
                  </a:lnTo>
                  <a:lnTo>
                    <a:pt x="261177" y="162151"/>
                  </a:lnTo>
                  <a:lnTo>
                    <a:pt x="317485" y="120388"/>
                  </a:lnTo>
                  <a:lnTo>
                    <a:pt x="377617" y="84346"/>
                  </a:lnTo>
                  <a:lnTo>
                    <a:pt x="440994" y="54375"/>
                  </a:lnTo>
                  <a:lnTo>
                    <a:pt x="507000" y="30752"/>
                  </a:lnTo>
                  <a:lnTo>
                    <a:pt x="575007" y="13724"/>
                  </a:lnTo>
                  <a:lnTo>
                    <a:pt x="644353" y="3431"/>
                  </a:lnTo>
                  <a:lnTo>
                    <a:pt x="714375" y="0"/>
                  </a:lnTo>
                  <a:lnTo>
                    <a:pt x="14335140" y="0"/>
                  </a:lnTo>
                  <a:lnTo>
                    <a:pt x="14370201" y="857"/>
                  </a:lnTo>
                  <a:lnTo>
                    <a:pt x="14439949" y="7725"/>
                  </a:lnTo>
                  <a:lnTo>
                    <a:pt x="14508696" y="21403"/>
                  </a:lnTo>
                  <a:lnTo>
                    <a:pt x="14575778" y="41748"/>
                  </a:lnTo>
                  <a:lnTo>
                    <a:pt x="14640558" y="68583"/>
                  </a:lnTo>
                  <a:lnTo>
                    <a:pt x="14702398" y="101633"/>
                  </a:lnTo>
                  <a:lnTo>
                    <a:pt x="14760680" y="140580"/>
                  </a:lnTo>
                  <a:lnTo>
                    <a:pt x="14814881" y="185065"/>
                  </a:lnTo>
                  <a:lnTo>
                    <a:pt x="14864444" y="234638"/>
                  </a:lnTo>
                  <a:lnTo>
                    <a:pt x="14908921" y="288823"/>
                  </a:lnTo>
                  <a:lnTo>
                    <a:pt x="14947864" y="347107"/>
                  </a:lnTo>
                  <a:lnTo>
                    <a:pt x="14980914" y="408931"/>
                  </a:lnTo>
                  <a:lnTo>
                    <a:pt x="15007746" y="473708"/>
                  </a:lnTo>
                  <a:lnTo>
                    <a:pt x="15028095" y="540791"/>
                  </a:lnTo>
                  <a:lnTo>
                    <a:pt x="15041778" y="609555"/>
                  </a:lnTo>
                  <a:lnTo>
                    <a:pt x="15048646" y="679322"/>
                  </a:lnTo>
                  <a:lnTo>
                    <a:pt x="15049500" y="714375"/>
                  </a:lnTo>
                  <a:lnTo>
                    <a:pt x="15049500" y="8810625"/>
                  </a:lnTo>
                  <a:lnTo>
                    <a:pt x="15046071" y="8880643"/>
                  </a:lnTo>
                  <a:lnTo>
                    <a:pt x="15035784" y="8949994"/>
                  </a:lnTo>
                  <a:lnTo>
                    <a:pt x="15018746" y="9017997"/>
                  </a:lnTo>
                  <a:lnTo>
                    <a:pt x="14995127" y="9084007"/>
                  </a:lnTo>
                  <a:lnTo>
                    <a:pt x="14965144" y="9147399"/>
                  </a:lnTo>
                  <a:lnTo>
                    <a:pt x="14929107" y="9207514"/>
                  </a:lnTo>
                  <a:lnTo>
                    <a:pt x="14887361" y="9263796"/>
                  </a:lnTo>
                  <a:lnTo>
                    <a:pt x="14840241" y="9315769"/>
                  </a:lnTo>
                  <a:lnTo>
                    <a:pt x="14788321" y="9362842"/>
                  </a:lnTo>
                  <a:lnTo>
                    <a:pt x="14732028" y="9404598"/>
                  </a:lnTo>
                  <a:lnTo>
                    <a:pt x="14671848" y="9440671"/>
                  </a:lnTo>
                  <a:lnTo>
                    <a:pt x="14608497" y="9470631"/>
                  </a:lnTo>
                  <a:lnTo>
                    <a:pt x="14542489" y="9494249"/>
                  </a:lnTo>
                  <a:lnTo>
                    <a:pt x="14474479" y="9511287"/>
                  </a:lnTo>
                  <a:lnTo>
                    <a:pt x="14405135" y="9521572"/>
                  </a:lnTo>
                  <a:lnTo>
                    <a:pt x="14335125" y="95250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857500" y="380999"/>
              <a:ext cx="15049500" cy="9525000"/>
            </a:xfrm>
            <a:custGeom>
              <a:avLst/>
              <a:gdLst/>
              <a:ahLst/>
              <a:cxnLst/>
              <a:rect l="l" t="t" r="r" b="b"/>
              <a:pathLst>
                <a:path w="15049500" h="9525000">
                  <a:moveTo>
                    <a:pt x="714375" y="0"/>
                  </a:moveTo>
                  <a:lnTo>
                    <a:pt x="14335125" y="0"/>
                  </a:lnTo>
                </a:path>
                <a:path w="15049500" h="9525000">
                  <a:moveTo>
                    <a:pt x="15049500" y="714375"/>
                  </a:moveTo>
                  <a:lnTo>
                    <a:pt x="15049500" y="8810625"/>
                  </a:lnTo>
                </a:path>
                <a:path w="15049500" h="9525000">
                  <a:moveTo>
                    <a:pt x="14335125" y="9525000"/>
                  </a:moveTo>
                  <a:lnTo>
                    <a:pt x="714375" y="9524999"/>
                  </a:lnTo>
                </a:path>
                <a:path w="15049500" h="9525000">
                  <a:moveTo>
                    <a:pt x="0" y="8810625"/>
                  </a:moveTo>
                  <a:lnTo>
                    <a:pt x="0" y="714375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80999" y="380999"/>
              <a:ext cx="2190750" cy="9525000"/>
            </a:xfrm>
            <a:custGeom>
              <a:avLst/>
              <a:gdLst/>
              <a:ahLst/>
              <a:cxnLst/>
              <a:rect l="l" t="t" r="r" b="b"/>
              <a:pathLst>
                <a:path w="2190750" h="9525000">
                  <a:moveTo>
                    <a:pt x="1478756" y="9525000"/>
                  </a:moveTo>
                  <a:lnTo>
                    <a:pt x="711994" y="9525000"/>
                  </a:lnTo>
                  <a:lnTo>
                    <a:pt x="642206" y="9521574"/>
                  </a:lnTo>
                  <a:lnTo>
                    <a:pt x="573092" y="9511314"/>
                  </a:lnTo>
                  <a:lnTo>
                    <a:pt x="505309" y="9494351"/>
                  </a:lnTo>
                  <a:lnTo>
                    <a:pt x="439524" y="9470806"/>
                  </a:lnTo>
                  <a:lnTo>
                    <a:pt x="376361" y="9440934"/>
                  </a:lnTo>
                  <a:lnTo>
                    <a:pt x="316433" y="9405001"/>
                  </a:lnTo>
                  <a:lnTo>
                    <a:pt x="260302" y="9363389"/>
                  </a:lnTo>
                  <a:lnTo>
                    <a:pt x="208540" y="9316458"/>
                  </a:lnTo>
                  <a:lnTo>
                    <a:pt x="161607" y="9264699"/>
                  </a:lnTo>
                  <a:lnTo>
                    <a:pt x="119999" y="9208565"/>
                  </a:lnTo>
                  <a:lnTo>
                    <a:pt x="84065" y="9148642"/>
                  </a:lnTo>
                  <a:lnTo>
                    <a:pt x="54193" y="9085470"/>
                  </a:lnTo>
                  <a:lnTo>
                    <a:pt x="30651" y="9019691"/>
                  </a:lnTo>
                  <a:lnTo>
                    <a:pt x="13678" y="8951910"/>
                  </a:lnTo>
                  <a:lnTo>
                    <a:pt x="3421" y="8882797"/>
                  </a:lnTo>
                  <a:lnTo>
                    <a:pt x="0" y="8813006"/>
                  </a:lnTo>
                  <a:lnTo>
                    <a:pt x="0" y="711993"/>
                  </a:lnTo>
                  <a:lnTo>
                    <a:pt x="3420" y="642205"/>
                  </a:lnTo>
                  <a:lnTo>
                    <a:pt x="13679" y="573090"/>
                  </a:lnTo>
                  <a:lnTo>
                    <a:pt x="30651" y="505310"/>
                  </a:lnTo>
                  <a:lnTo>
                    <a:pt x="54196" y="439525"/>
                  </a:lnTo>
                  <a:lnTo>
                    <a:pt x="84064" y="376358"/>
                  </a:lnTo>
                  <a:lnTo>
                    <a:pt x="119993" y="316431"/>
                  </a:lnTo>
                  <a:lnTo>
                    <a:pt x="161609" y="260304"/>
                  </a:lnTo>
                  <a:lnTo>
                    <a:pt x="208538" y="208538"/>
                  </a:lnTo>
                  <a:lnTo>
                    <a:pt x="260304" y="161609"/>
                  </a:lnTo>
                  <a:lnTo>
                    <a:pt x="316432" y="119993"/>
                  </a:lnTo>
                  <a:lnTo>
                    <a:pt x="376358" y="84063"/>
                  </a:lnTo>
                  <a:lnTo>
                    <a:pt x="439525" y="54196"/>
                  </a:lnTo>
                  <a:lnTo>
                    <a:pt x="505310" y="30650"/>
                  </a:lnTo>
                  <a:lnTo>
                    <a:pt x="573090" y="13679"/>
                  </a:lnTo>
                  <a:lnTo>
                    <a:pt x="642205" y="3419"/>
                  </a:lnTo>
                  <a:lnTo>
                    <a:pt x="711994" y="0"/>
                  </a:lnTo>
                  <a:lnTo>
                    <a:pt x="1478755" y="0"/>
                  </a:lnTo>
                  <a:lnTo>
                    <a:pt x="1513690" y="853"/>
                  </a:lnTo>
                  <a:lnTo>
                    <a:pt x="1583228" y="7699"/>
                  </a:lnTo>
                  <a:lnTo>
                    <a:pt x="1651757" y="21334"/>
                  </a:lnTo>
                  <a:lnTo>
                    <a:pt x="1718624" y="41616"/>
                  </a:lnTo>
                  <a:lnTo>
                    <a:pt x="1783174" y="68355"/>
                  </a:lnTo>
                  <a:lnTo>
                    <a:pt x="1844796" y="101291"/>
                  </a:lnTo>
                  <a:lnTo>
                    <a:pt x="1902890" y="140111"/>
                  </a:lnTo>
                  <a:lnTo>
                    <a:pt x="1956905" y="184436"/>
                  </a:lnTo>
                  <a:lnTo>
                    <a:pt x="2006310" y="233845"/>
                  </a:lnTo>
                  <a:lnTo>
                    <a:pt x="2050639" y="287857"/>
                  </a:lnTo>
                  <a:lnTo>
                    <a:pt x="2089456" y="345953"/>
                  </a:lnTo>
                  <a:lnTo>
                    <a:pt x="2122396" y="407575"/>
                  </a:lnTo>
                  <a:lnTo>
                    <a:pt x="2149133" y="472129"/>
                  </a:lnTo>
                  <a:lnTo>
                    <a:pt x="2169416" y="538992"/>
                  </a:lnTo>
                  <a:lnTo>
                    <a:pt x="2183047" y="607521"/>
                  </a:lnTo>
                  <a:lnTo>
                    <a:pt x="2189898" y="677057"/>
                  </a:lnTo>
                  <a:lnTo>
                    <a:pt x="2190750" y="8813006"/>
                  </a:lnTo>
                  <a:lnTo>
                    <a:pt x="2189896" y="8847940"/>
                  </a:lnTo>
                  <a:lnTo>
                    <a:pt x="2183048" y="8917478"/>
                  </a:lnTo>
                  <a:lnTo>
                    <a:pt x="2169415" y="8986007"/>
                  </a:lnTo>
                  <a:lnTo>
                    <a:pt x="2149135" y="9052873"/>
                  </a:lnTo>
                  <a:lnTo>
                    <a:pt x="2122396" y="9117423"/>
                  </a:lnTo>
                  <a:lnTo>
                    <a:pt x="2089456" y="9179045"/>
                  </a:lnTo>
                  <a:lnTo>
                    <a:pt x="2050639" y="9237140"/>
                  </a:lnTo>
                  <a:lnTo>
                    <a:pt x="2006314" y="9291157"/>
                  </a:lnTo>
                  <a:lnTo>
                    <a:pt x="1956905" y="9340560"/>
                  </a:lnTo>
                  <a:lnTo>
                    <a:pt x="1902890" y="9384888"/>
                  </a:lnTo>
                  <a:lnTo>
                    <a:pt x="1844794" y="9423700"/>
                  </a:lnTo>
                  <a:lnTo>
                    <a:pt x="1783175" y="9456647"/>
                  </a:lnTo>
                  <a:lnTo>
                    <a:pt x="1718624" y="9483385"/>
                  </a:lnTo>
                  <a:lnTo>
                    <a:pt x="1651758" y="9503667"/>
                  </a:lnTo>
                  <a:lnTo>
                    <a:pt x="1583227" y="9517290"/>
                  </a:lnTo>
                  <a:lnTo>
                    <a:pt x="1513690" y="9524146"/>
                  </a:lnTo>
                  <a:lnTo>
                    <a:pt x="1478756" y="95250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81000" y="380999"/>
              <a:ext cx="2190750" cy="9525000"/>
            </a:xfrm>
            <a:custGeom>
              <a:avLst/>
              <a:gdLst/>
              <a:ahLst/>
              <a:cxnLst/>
              <a:rect l="l" t="t" r="r" b="b"/>
              <a:pathLst>
                <a:path w="2190750" h="9525000">
                  <a:moveTo>
                    <a:pt x="711993" y="0"/>
                  </a:moveTo>
                  <a:lnTo>
                    <a:pt x="1478756" y="0"/>
                  </a:lnTo>
                </a:path>
                <a:path w="2190750" h="9525000">
                  <a:moveTo>
                    <a:pt x="2190750" y="711993"/>
                  </a:moveTo>
                  <a:lnTo>
                    <a:pt x="2190750" y="8813006"/>
                  </a:lnTo>
                </a:path>
                <a:path w="2190750" h="9525000">
                  <a:moveTo>
                    <a:pt x="1478756" y="9525000"/>
                  </a:moveTo>
                  <a:lnTo>
                    <a:pt x="711993" y="9525000"/>
                  </a:lnTo>
                </a:path>
                <a:path w="2190750" h="9525000">
                  <a:moveTo>
                    <a:pt x="0" y="8813006"/>
                  </a:moveTo>
                  <a:lnTo>
                    <a:pt x="0" y="711993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986341" y="3782852"/>
            <a:ext cx="10595610" cy="2453005"/>
          </a:xfrm>
          <a:prstGeom prst="rect">
            <a:avLst/>
          </a:prstGeom>
        </p:spPr>
        <p:txBody>
          <a:bodyPr wrap="square" lIns="0" tIns="267335" rIns="0" bIns="0" rtlCol="0" vert="horz">
            <a:spAutoFit/>
          </a:bodyPr>
          <a:lstStyle/>
          <a:p>
            <a:pPr algn="ctr" marL="12700" marR="5080">
              <a:lnSpc>
                <a:spcPct val="74200"/>
              </a:lnSpc>
              <a:spcBef>
                <a:spcPts val="2105"/>
              </a:spcBef>
            </a:pPr>
            <a:r>
              <a:rPr dirty="0" sz="6400" spc="-330">
                <a:solidFill>
                  <a:srgbClr val="FFFFFF"/>
                </a:solidFill>
                <a:latin typeface="Lucida Sans Unicode"/>
                <a:cs typeface="Lucida Sans Unicode"/>
              </a:rPr>
              <a:t>"The</a:t>
            </a:r>
            <a:r>
              <a:rPr dirty="0" sz="6400" spc="-4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6400" spc="-445">
                <a:solidFill>
                  <a:srgbClr val="FFFFFF"/>
                </a:solidFill>
                <a:latin typeface="Lucida Sans Unicode"/>
                <a:cs typeface="Lucida Sans Unicode"/>
              </a:rPr>
              <a:t>web</a:t>
            </a:r>
            <a:r>
              <a:rPr dirty="0" sz="6400" spc="-4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6400" spc="-400">
                <a:solidFill>
                  <a:srgbClr val="FFFFFF"/>
                </a:solidFill>
                <a:latin typeface="Lucida Sans Unicode"/>
                <a:cs typeface="Lucida Sans Unicode"/>
              </a:rPr>
              <a:t>application</a:t>
            </a:r>
            <a:r>
              <a:rPr dirty="0" sz="6400" spc="-4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6400" spc="-330">
                <a:solidFill>
                  <a:srgbClr val="FFFFFF"/>
                </a:solidFill>
                <a:latin typeface="Lucida Sans Unicode"/>
                <a:cs typeface="Lucida Sans Unicode"/>
              </a:rPr>
              <a:t>was</a:t>
            </a:r>
            <a:r>
              <a:rPr dirty="0" sz="6400" spc="-4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6400" spc="-415">
                <a:solidFill>
                  <a:srgbClr val="FFFFFF"/>
                </a:solidFill>
                <a:latin typeface="Lucida Sans Unicode"/>
                <a:cs typeface="Lucida Sans Unicode"/>
              </a:rPr>
              <a:t>able </a:t>
            </a:r>
            <a:r>
              <a:rPr dirty="0" sz="6400" spc="-265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6400" spc="-4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6400" spc="-235">
                <a:solidFill>
                  <a:srgbClr val="FFFFFF"/>
                </a:solidFill>
                <a:latin typeface="Lucida Sans Unicode"/>
                <a:cs typeface="Lucida Sans Unicode"/>
              </a:rPr>
              <a:t>teach</a:t>
            </a:r>
            <a:r>
              <a:rPr dirty="0" sz="6400" spc="-4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6400" spc="-300">
                <a:solidFill>
                  <a:srgbClr val="FFFFFF"/>
                </a:solidFill>
                <a:latin typeface="Lucida Sans Unicode"/>
                <a:cs typeface="Lucida Sans Unicode"/>
              </a:rPr>
              <a:t>students</a:t>
            </a:r>
            <a:r>
              <a:rPr dirty="0" sz="6400" spc="-4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6400" spc="-265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6400" spc="-4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6400" spc="-455">
                <a:solidFill>
                  <a:srgbClr val="FFFFFF"/>
                </a:solidFill>
                <a:latin typeface="Lucida Sans Unicode"/>
                <a:cs typeface="Lucida Sans Unicode"/>
              </a:rPr>
              <a:t>solution </a:t>
            </a:r>
            <a:r>
              <a:rPr dirty="0" sz="6400" spc="-305">
                <a:solidFill>
                  <a:srgbClr val="FFFFFF"/>
                </a:solidFill>
                <a:latin typeface="Lucida Sans Unicode"/>
                <a:cs typeface="Lucida Sans Unicode"/>
              </a:rPr>
              <a:t>conceptua</a:t>
            </a:r>
            <a:r>
              <a:rPr dirty="0" sz="6400" spc="-8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6400" spc="-145" b="1">
                <a:solidFill>
                  <a:srgbClr val="FFFFFF"/>
                </a:solidFill>
                <a:latin typeface="Roboto Cn"/>
                <a:cs typeface="Roboto Cn"/>
              </a:rPr>
              <a:t>l</a:t>
            </a:r>
            <a:r>
              <a:rPr dirty="0" sz="6400" spc="-145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dirty="0" sz="6400" spc="-4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6400" spc="-425">
                <a:solidFill>
                  <a:srgbClr val="FFFFFF"/>
                </a:solidFill>
                <a:latin typeface="Lucida Sans Unicode"/>
                <a:cs typeface="Lucida Sans Unicode"/>
              </a:rPr>
              <a:t>we</a:t>
            </a:r>
            <a:r>
              <a:rPr dirty="0" sz="6400" spc="-8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6400" b="1">
                <a:solidFill>
                  <a:srgbClr val="FFFFFF"/>
                </a:solidFill>
                <a:latin typeface="Roboto Cn"/>
                <a:cs typeface="Roboto Cn"/>
              </a:rPr>
              <a:t>l</a:t>
            </a:r>
            <a:r>
              <a:rPr dirty="0" sz="6400" spc="30" b="1">
                <a:solidFill>
                  <a:srgbClr val="FFFFFF"/>
                </a:solidFill>
                <a:latin typeface="Roboto Cn"/>
                <a:cs typeface="Roboto Cn"/>
              </a:rPr>
              <a:t> </a:t>
            </a:r>
            <a:r>
              <a:rPr dirty="0" sz="6400" spc="-56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endParaRPr sz="6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90013" y="1036124"/>
            <a:ext cx="1590675" cy="1113790"/>
          </a:xfrm>
          <a:prstGeom prst="rect"/>
        </p:spPr>
        <p:txBody>
          <a:bodyPr wrap="square" lIns="0" tIns="147955" rIns="0" bIns="0" rtlCol="0" vert="horz">
            <a:spAutoFit/>
          </a:bodyPr>
          <a:lstStyle/>
          <a:p>
            <a:pPr marL="12700" marR="5080">
              <a:lnSpc>
                <a:spcPct val="78100"/>
              </a:lnSpc>
              <a:spcBef>
                <a:spcPts val="1165"/>
              </a:spcBef>
            </a:pPr>
            <a:r>
              <a:rPr dirty="0" sz="4000" spc="-675"/>
              <a:t>T</a:t>
            </a:r>
            <a:r>
              <a:rPr dirty="0" sz="4000" spc="-240"/>
              <a:t>e</a:t>
            </a:r>
            <a:r>
              <a:rPr dirty="0" sz="4000" spc="-229"/>
              <a:t>c</a:t>
            </a:r>
            <a:r>
              <a:rPr dirty="0" sz="4000" spc="-240"/>
              <a:t>h</a:t>
            </a:r>
            <a:r>
              <a:rPr dirty="0" sz="4000" spc="-235"/>
              <a:t>E</a:t>
            </a:r>
            <a:r>
              <a:rPr dirty="0" sz="4000" spc="-155"/>
              <a:t>d</a:t>
            </a:r>
            <a:r>
              <a:rPr dirty="0" sz="4000" spc="-300"/>
              <a:t> </a:t>
            </a:r>
            <a:r>
              <a:rPr dirty="0" sz="4000" spc="-204"/>
              <a:t>Stream</a:t>
            </a:r>
            <a:endParaRPr sz="4000"/>
          </a:p>
        </p:txBody>
      </p:sp>
      <p:grpSp>
        <p:nvGrpSpPr>
          <p:cNvPr id="9" name="object 9" descr=""/>
          <p:cNvGrpSpPr/>
          <p:nvPr/>
        </p:nvGrpSpPr>
        <p:grpSpPr>
          <a:xfrm>
            <a:off x="205394" y="7269998"/>
            <a:ext cx="2061845" cy="2804160"/>
            <a:chOff x="205394" y="7269998"/>
            <a:chExt cx="2061845" cy="280416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33" y="7269998"/>
              <a:ext cx="1581149" cy="1581149"/>
            </a:xfrm>
            <a:prstGeom prst="rect">
              <a:avLst/>
            </a:prstGeom>
          </p:spPr>
        </p:pic>
        <p:pic>
          <p:nvPicPr>
            <p:cNvPr id="11" name="object 11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394" y="9606976"/>
              <a:ext cx="771524" cy="46670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11"/>
            <a:ext cx="18288000" cy="10287000"/>
            <a:chOff x="0" y="11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2857500" y="381011"/>
              <a:ext cx="15049500" cy="9525000"/>
            </a:xfrm>
            <a:custGeom>
              <a:avLst/>
              <a:gdLst/>
              <a:ahLst/>
              <a:cxnLst/>
              <a:rect l="l" t="t" r="r" b="b"/>
              <a:pathLst>
                <a:path w="15049500" h="9525000">
                  <a:moveTo>
                    <a:pt x="14335125" y="9524988"/>
                  </a:moveTo>
                  <a:lnTo>
                    <a:pt x="714375" y="9524987"/>
                  </a:lnTo>
                  <a:lnTo>
                    <a:pt x="644354" y="9521558"/>
                  </a:lnTo>
                  <a:lnTo>
                    <a:pt x="575007" y="9511272"/>
                  </a:lnTo>
                  <a:lnTo>
                    <a:pt x="506999" y="9494244"/>
                  </a:lnTo>
                  <a:lnTo>
                    <a:pt x="440997" y="9470616"/>
                  </a:lnTo>
                  <a:lnTo>
                    <a:pt x="377622" y="9440643"/>
                  </a:lnTo>
                  <a:lnTo>
                    <a:pt x="317492" y="9404599"/>
                  </a:lnTo>
                  <a:lnTo>
                    <a:pt x="261180" y="9362846"/>
                  </a:lnTo>
                  <a:lnTo>
                    <a:pt x="209236" y="9315764"/>
                  </a:lnTo>
                  <a:lnTo>
                    <a:pt x="162148" y="9263821"/>
                  </a:lnTo>
                  <a:lnTo>
                    <a:pt x="120395" y="9207511"/>
                  </a:lnTo>
                  <a:lnTo>
                    <a:pt x="84347" y="9147384"/>
                  </a:lnTo>
                  <a:lnTo>
                    <a:pt x="54378" y="9084002"/>
                  </a:lnTo>
                  <a:lnTo>
                    <a:pt x="30751" y="9017996"/>
                  </a:lnTo>
                  <a:lnTo>
                    <a:pt x="13727" y="8949994"/>
                  </a:lnTo>
                  <a:lnTo>
                    <a:pt x="3430" y="8880644"/>
                  </a:lnTo>
                  <a:lnTo>
                    <a:pt x="0" y="8810625"/>
                  </a:lnTo>
                  <a:lnTo>
                    <a:pt x="0" y="714375"/>
                  </a:lnTo>
                  <a:lnTo>
                    <a:pt x="3431" y="644353"/>
                  </a:lnTo>
                  <a:lnTo>
                    <a:pt x="13725" y="575006"/>
                  </a:lnTo>
                  <a:lnTo>
                    <a:pt x="30752" y="507000"/>
                  </a:lnTo>
                  <a:lnTo>
                    <a:pt x="54378" y="440995"/>
                  </a:lnTo>
                  <a:lnTo>
                    <a:pt x="84344" y="377616"/>
                  </a:lnTo>
                  <a:lnTo>
                    <a:pt x="120393" y="317488"/>
                  </a:lnTo>
                  <a:lnTo>
                    <a:pt x="162149" y="261175"/>
                  </a:lnTo>
                  <a:lnTo>
                    <a:pt x="209240" y="209240"/>
                  </a:lnTo>
                  <a:lnTo>
                    <a:pt x="261176" y="162151"/>
                  </a:lnTo>
                  <a:lnTo>
                    <a:pt x="317485" y="120388"/>
                  </a:lnTo>
                  <a:lnTo>
                    <a:pt x="377617" y="84346"/>
                  </a:lnTo>
                  <a:lnTo>
                    <a:pt x="440993" y="54375"/>
                  </a:lnTo>
                  <a:lnTo>
                    <a:pt x="506999" y="30752"/>
                  </a:lnTo>
                  <a:lnTo>
                    <a:pt x="575006" y="13724"/>
                  </a:lnTo>
                  <a:lnTo>
                    <a:pt x="644352" y="3431"/>
                  </a:lnTo>
                  <a:lnTo>
                    <a:pt x="714375" y="0"/>
                  </a:lnTo>
                  <a:lnTo>
                    <a:pt x="14335140" y="0"/>
                  </a:lnTo>
                  <a:lnTo>
                    <a:pt x="14370201" y="857"/>
                  </a:lnTo>
                  <a:lnTo>
                    <a:pt x="14439948" y="7725"/>
                  </a:lnTo>
                  <a:lnTo>
                    <a:pt x="14508696" y="21403"/>
                  </a:lnTo>
                  <a:lnTo>
                    <a:pt x="14575778" y="41747"/>
                  </a:lnTo>
                  <a:lnTo>
                    <a:pt x="14640558" y="68583"/>
                  </a:lnTo>
                  <a:lnTo>
                    <a:pt x="14702398" y="101633"/>
                  </a:lnTo>
                  <a:lnTo>
                    <a:pt x="14760680" y="140580"/>
                  </a:lnTo>
                  <a:lnTo>
                    <a:pt x="14814880" y="185065"/>
                  </a:lnTo>
                  <a:lnTo>
                    <a:pt x="14864444" y="234638"/>
                  </a:lnTo>
                  <a:lnTo>
                    <a:pt x="14908921" y="288823"/>
                  </a:lnTo>
                  <a:lnTo>
                    <a:pt x="14947864" y="347107"/>
                  </a:lnTo>
                  <a:lnTo>
                    <a:pt x="14980914" y="408930"/>
                  </a:lnTo>
                  <a:lnTo>
                    <a:pt x="15007746" y="473708"/>
                  </a:lnTo>
                  <a:lnTo>
                    <a:pt x="15028095" y="540791"/>
                  </a:lnTo>
                  <a:lnTo>
                    <a:pt x="15041777" y="609555"/>
                  </a:lnTo>
                  <a:lnTo>
                    <a:pt x="15048646" y="679322"/>
                  </a:lnTo>
                  <a:lnTo>
                    <a:pt x="15049500" y="714375"/>
                  </a:lnTo>
                  <a:lnTo>
                    <a:pt x="15049500" y="8810625"/>
                  </a:lnTo>
                  <a:lnTo>
                    <a:pt x="15046071" y="8880643"/>
                  </a:lnTo>
                  <a:lnTo>
                    <a:pt x="15035782" y="8949994"/>
                  </a:lnTo>
                  <a:lnTo>
                    <a:pt x="15018746" y="9017997"/>
                  </a:lnTo>
                  <a:lnTo>
                    <a:pt x="14995122" y="9084006"/>
                  </a:lnTo>
                  <a:lnTo>
                    <a:pt x="14965144" y="9147399"/>
                  </a:lnTo>
                  <a:lnTo>
                    <a:pt x="14929102" y="9207511"/>
                  </a:lnTo>
                  <a:lnTo>
                    <a:pt x="14887362" y="9263797"/>
                  </a:lnTo>
                  <a:lnTo>
                    <a:pt x="14840250" y="9315777"/>
                  </a:lnTo>
                  <a:lnTo>
                    <a:pt x="14788322" y="9362844"/>
                  </a:lnTo>
                  <a:lnTo>
                    <a:pt x="14732022" y="9404590"/>
                  </a:lnTo>
                  <a:lnTo>
                    <a:pt x="14671843" y="9440662"/>
                  </a:lnTo>
                  <a:lnTo>
                    <a:pt x="14608492" y="9470621"/>
                  </a:lnTo>
                  <a:lnTo>
                    <a:pt x="14542489" y="9494248"/>
                  </a:lnTo>
                  <a:lnTo>
                    <a:pt x="14474476" y="9511275"/>
                  </a:lnTo>
                  <a:lnTo>
                    <a:pt x="14405134" y="9521560"/>
                  </a:lnTo>
                  <a:lnTo>
                    <a:pt x="14335125" y="9524988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857500" y="381011"/>
              <a:ext cx="15049500" cy="9525000"/>
            </a:xfrm>
            <a:custGeom>
              <a:avLst/>
              <a:gdLst/>
              <a:ahLst/>
              <a:cxnLst/>
              <a:rect l="l" t="t" r="r" b="b"/>
              <a:pathLst>
                <a:path w="15049500" h="9525000">
                  <a:moveTo>
                    <a:pt x="714375" y="0"/>
                  </a:moveTo>
                  <a:lnTo>
                    <a:pt x="14335125" y="0"/>
                  </a:lnTo>
                </a:path>
                <a:path w="15049500" h="9525000">
                  <a:moveTo>
                    <a:pt x="15049500" y="714375"/>
                  </a:moveTo>
                  <a:lnTo>
                    <a:pt x="15049500" y="8810625"/>
                  </a:lnTo>
                </a:path>
                <a:path w="15049500" h="9525000">
                  <a:moveTo>
                    <a:pt x="14335125" y="9524987"/>
                  </a:moveTo>
                  <a:lnTo>
                    <a:pt x="714375" y="9524987"/>
                  </a:lnTo>
                </a:path>
                <a:path w="15049500" h="9525000">
                  <a:moveTo>
                    <a:pt x="0" y="8810625"/>
                  </a:moveTo>
                  <a:lnTo>
                    <a:pt x="0" y="714375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81000" y="381011"/>
              <a:ext cx="2190750" cy="9525000"/>
            </a:xfrm>
            <a:custGeom>
              <a:avLst/>
              <a:gdLst/>
              <a:ahLst/>
              <a:cxnLst/>
              <a:rect l="l" t="t" r="r" b="b"/>
              <a:pathLst>
                <a:path w="2190750" h="9525000">
                  <a:moveTo>
                    <a:pt x="1478756" y="9524987"/>
                  </a:moveTo>
                  <a:lnTo>
                    <a:pt x="711993" y="9524987"/>
                  </a:lnTo>
                  <a:lnTo>
                    <a:pt x="642205" y="9521577"/>
                  </a:lnTo>
                  <a:lnTo>
                    <a:pt x="573088" y="9511332"/>
                  </a:lnTo>
                  <a:lnTo>
                    <a:pt x="505311" y="9494344"/>
                  </a:lnTo>
                  <a:lnTo>
                    <a:pt x="439528" y="9470795"/>
                  </a:lnTo>
                  <a:lnTo>
                    <a:pt x="376360" y="9440936"/>
                  </a:lnTo>
                  <a:lnTo>
                    <a:pt x="316424" y="9405014"/>
                  </a:lnTo>
                  <a:lnTo>
                    <a:pt x="260304" y="9363386"/>
                  </a:lnTo>
                  <a:lnTo>
                    <a:pt x="208531" y="9316467"/>
                  </a:lnTo>
                  <a:lnTo>
                    <a:pt x="161609" y="9264697"/>
                  </a:lnTo>
                  <a:lnTo>
                    <a:pt x="119990" y="9208571"/>
                  </a:lnTo>
                  <a:lnTo>
                    <a:pt x="84068" y="9148640"/>
                  </a:lnTo>
                  <a:lnTo>
                    <a:pt x="54197" y="9085468"/>
                  </a:lnTo>
                  <a:lnTo>
                    <a:pt x="30654" y="9019690"/>
                  </a:lnTo>
                  <a:lnTo>
                    <a:pt x="13680" y="8951909"/>
                  </a:lnTo>
                  <a:lnTo>
                    <a:pt x="3419" y="8882797"/>
                  </a:lnTo>
                  <a:lnTo>
                    <a:pt x="0" y="8813006"/>
                  </a:lnTo>
                  <a:lnTo>
                    <a:pt x="0" y="711993"/>
                  </a:lnTo>
                  <a:lnTo>
                    <a:pt x="853" y="677057"/>
                  </a:lnTo>
                  <a:lnTo>
                    <a:pt x="7699" y="607521"/>
                  </a:lnTo>
                  <a:lnTo>
                    <a:pt x="21333" y="538992"/>
                  </a:lnTo>
                  <a:lnTo>
                    <a:pt x="41614" y="472128"/>
                  </a:lnTo>
                  <a:lnTo>
                    <a:pt x="68355" y="407575"/>
                  </a:lnTo>
                  <a:lnTo>
                    <a:pt x="101291" y="345953"/>
                  </a:lnTo>
                  <a:lnTo>
                    <a:pt x="140112" y="287857"/>
                  </a:lnTo>
                  <a:lnTo>
                    <a:pt x="184436" y="233844"/>
                  </a:lnTo>
                  <a:lnTo>
                    <a:pt x="233845" y="184438"/>
                  </a:lnTo>
                  <a:lnTo>
                    <a:pt x="287856" y="140110"/>
                  </a:lnTo>
                  <a:lnTo>
                    <a:pt x="345953" y="101293"/>
                  </a:lnTo>
                  <a:lnTo>
                    <a:pt x="407574" y="68353"/>
                  </a:lnTo>
                  <a:lnTo>
                    <a:pt x="472129" y="41617"/>
                  </a:lnTo>
                  <a:lnTo>
                    <a:pt x="538992" y="21332"/>
                  </a:lnTo>
                  <a:lnTo>
                    <a:pt x="607521" y="7701"/>
                  </a:lnTo>
                  <a:lnTo>
                    <a:pt x="677057" y="851"/>
                  </a:lnTo>
                  <a:lnTo>
                    <a:pt x="1478755" y="0"/>
                  </a:lnTo>
                  <a:lnTo>
                    <a:pt x="1513690" y="853"/>
                  </a:lnTo>
                  <a:lnTo>
                    <a:pt x="1583228" y="7699"/>
                  </a:lnTo>
                  <a:lnTo>
                    <a:pt x="1651757" y="21334"/>
                  </a:lnTo>
                  <a:lnTo>
                    <a:pt x="1718624" y="41616"/>
                  </a:lnTo>
                  <a:lnTo>
                    <a:pt x="1783174" y="68355"/>
                  </a:lnTo>
                  <a:lnTo>
                    <a:pt x="1844796" y="101291"/>
                  </a:lnTo>
                  <a:lnTo>
                    <a:pt x="1902890" y="140111"/>
                  </a:lnTo>
                  <a:lnTo>
                    <a:pt x="1956905" y="184436"/>
                  </a:lnTo>
                  <a:lnTo>
                    <a:pt x="2006309" y="233845"/>
                  </a:lnTo>
                  <a:lnTo>
                    <a:pt x="2050639" y="287857"/>
                  </a:lnTo>
                  <a:lnTo>
                    <a:pt x="2089456" y="345953"/>
                  </a:lnTo>
                  <a:lnTo>
                    <a:pt x="2122396" y="407575"/>
                  </a:lnTo>
                  <a:lnTo>
                    <a:pt x="2149133" y="472129"/>
                  </a:lnTo>
                  <a:lnTo>
                    <a:pt x="2169417" y="538992"/>
                  </a:lnTo>
                  <a:lnTo>
                    <a:pt x="2183046" y="607521"/>
                  </a:lnTo>
                  <a:lnTo>
                    <a:pt x="2189898" y="677057"/>
                  </a:lnTo>
                  <a:lnTo>
                    <a:pt x="2190750" y="8813006"/>
                  </a:lnTo>
                  <a:lnTo>
                    <a:pt x="2189896" y="8847940"/>
                  </a:lnTo>
                  <a:lnTo>
                    <a:pt x="2183048" y="8917478"/>
                  </a:lnTo>
                  <a:lnTo>
                    <a:pt x="2169412" y="8986006"/>
                  </a:lnTo>
                  <a:lnTo>
                    <a:pt x="2149131" y="9052872"/>
                  </a:lnTo>
                  <a:lnTo>
                    <a:pt x="2122391" y="9117421"/>
                  </a:lnTo>
                  <a:lnTo>
                    <a:pt x="2089456" y="9179045"/>
                  </a:lnTo>
                  <a:lnTo>
                    <a:pt x="2050639" y="9237140"/>
                  </a:lnTo>
                  <a:lnTo>
                    <a:pt x="2006314" y="9291157"/>
                  </a:lnTo>
                  <a:lnTo>
                    <a:pt x="1956905" y="9340561"/>
                  </a:lnTo>
                  <a:lnTo>
                    <a:pt x="1902891" y="9384889"/>
                  </a:lnTo>
                  <a:lnTo>
                    <a:pt x="1844799" y="9423710"/>
                  </a:lnTo>
                  <a:lnTo>
                    <a:pt x="1783172" y="9456641"/>
                  </a:lnTo>
                  <a:lnTo>
                    <a:pt x="1718620" y="9483375"/>
                  </a:lnTo>
                  <a:lnTo>
                    <a:pt x="1651757" y="9503668"/>
                  </a:lnTo>
                  <a:lnTo>
                    <a:pt x="1583229" y="9517303"/>
                  </a:lnTo>
                  <a:lnTo>
                    <a:pt x="1513690" y="9524139"/>
                  </a:lnTo>
                  <a:lnTo>
                    <a:pt x="1478756" y="9524987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81000" y="381011"/>
              <a:ext cx="2190750" cy="9525000"/>
            </a:xfrm>
            <a:custGeom>
              <a:avLst/>
              <a:gdLst/>
              <a:ahLst/>
              <a:cxnLst/>
              <a:rect l="l" t="t" r="r" b="b"/>
              <a:pathLst>
                <a:path w="2190750" h="9525000">
                  <a:moveTo>
                    <a:pt x="711993" y="0"/>
                  </a:moveTo>
                  <a:lnTo>
                    <a:pt x="1478756" y="0"/>
                  </a:lnTo>
                </a:path>
                <a:path w="2190750" h="9525000">
                  <a:moveTo>
                    <a:pt x="2190750" y="711993"/>
                  </a:moveTo>
                  <a:lnTo>
                    <a:pt x="2190749" y="8813006"/>
                  </a:lnTo>
                </a:path>
                <a:path w="2190750" h="9525000">
                  <a:moveTo>
                    <a:pt x="1478756" y="9524987"/>
                  </a:moveTo>
                  <a:lnTo>
                    <a:pt x="711994" y="9524987"/>
                  </a:lnTo>
                </a:path>
                <a:path w="2190750" h="9525000">
                  <a:moveTo>
                    <a:pt x="0" y="8813006"/>
                  </a:moveTo>
                  <a:lnTo>
                    <a:pt x="0" y="711993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919480">
              <a:lnSpc>
                <a:spcPct val="100000"/>
              </a:lnSpc>
              <a:spcBef>
                <a:spcPts val="125"/>
              </a:spcBef>
            </a:pPr>
            <a:r>
              <a:rPr dirty="0" spc="-355"/>
              <a:t>Business</a:t>
            </a:r>
            <a:r>
              <a:rPr dirty="0" spc="-450"/>
              <a:t> </a:t>
            </a:r>
            <a:r>
              <a:rPr dirty="0" spc="-475"/>
              <a:t>Model</a:t>
            </a:r>
          </a:p>
        </p:txBody>
      </p:sp>
      <p:grpSp>
        <p:nvGrpSpPr>
          <p:cNvPr id="8" name="object 8" descr=""/>
          <p:cNvGrpSpPr/>
          <p:nvPr/>
        </p:nvGrpSpPr>
        <p:grpSpPr>
          <a:xfrm>
            <a:off x="3622304" y="5143500"/>
            <a:ext cx="13525500" cy="828675"/>
            <a:chOff x="3622304" y="5143500"/>
            <a:chExt cx="13525500" cy="828675"/>
          </a:xfrm>
        </p:grpSpPr>
        <p:sp>
          <p:nvSpPr>
            <p:cNvPr id="9" name="object 9" descr=""/>
            <p:cNvSpPr/>
            <p:nvPr/>
          </p:nvSpPr>
          <p:spPr>
            <a:xfrm>
              <a:off x="3622304" y="5143500"/>
              <a:ext cx="4514850" cy="828675"/>
            </a:xfrm>
            <a:custGeom>
              <a:avLst/>
              <a:gdLst/>
              <a:ahLst/>
              <a:cxnLst/>
              <a:rect l="l" t="t" r="r" b="b"/>
              <a:pathLst>
                <a:path w="4514850" h="828675">
                  <a:moveTo>
                    <a:pt x="4514850" y="828675"/>
                  </a:moveTo>
                  <a:lnTo>
                    <a:pt x="0" y="828675"/>
                  </a:lnTo>
                  <a:lnTo>
                    <a:pt x="0" y="0"/>
                  </a:lnTo>
                  <a:lnTo>
                    <a:pt x="4514850" y="0"/>
                  </a:lnTo>
                  <a:lnTo>
                    <a:pt x="4514850" y="8286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137144" y="5143499"/>
              <a:ext cx="9010650" cy="828675"/>
            </a:xfrm>
            <a:custGeom>
              <a:avLst/>
              <a:gdLst/>
              <a:ahLst/>
              <a:cxnLst/>
              <a:rect l="l" t="t" r="r" b="b"/>
              <a:pathLst>
                <a:path w="9010650" h="828675">
                  <a:moveTo>
                    <a:pt x="9010650" y="0"/>
                  </a:moveTo>
                  <a:lnTo>
                    <a:pt x="4514850" y="0"/>
                  </a:lnTo>
                  <a:lnTo>
                    <a:pt x="0" y="0"/>
                  </a:lnTo>
                  <a:lnTo>
                    <a:pt x="0" y="828675"/>
                  </a:lnTo>
                  <a:lnTo>
                    <a:pt x="4514850" y="828675"/>
                  </a:lnTo>
                  <a:lnTo>
                    <a:pt x="9010650" y="828675"/>
                  </a:lnTo>
                  <a:lnTo>
                    <a:pt x="90106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/>
          <p:nvPr/>
        </p:nvSpPr>
        <p:spPr>
          <a:xfrm>
            <a:off x="3622294" y="8258175"/>
            <a:ext cx="13525500" cy="790575"/>
          </a:xfrm>
          <a:custGeom>
            <a:avLst/>
            <a:gdLst/>
            <a:ahLst/>
            <a:cxnLst/>
            <a:rect l="l" t="t" r="r" b="b"/>
            <a:pathLst>
              <a:path w="13525500" h="790575">
                <a:moveTo>
                  <a:pt x="13525500" y="0"/>
                </a:moveTo>
                <a:lnTo>
                  <a:pt x="9029700" y="0"/>
                </a:lnTo>
                <a:lnTo>
                  <a:pt x="4514850" y="0"/>
                </a:lnTo>
                <a:lnTo>
                  <a:pt x="0" y="0"/>
                </a:lnTo>
                <a:lnTo>
                  <a:pt x="0" y="790575"/>
                </a:lnTo>
                <a:lnTo>
                  <a:pt x="4514850" y="790575"/>
                </a:lnTo>
                <a:lnTo>
                  <a:pt x="9029700" y="790575"/>
                </a:lnTo>
                <a:lnTo>
                  <a:pt x="13525500" y="790575"/>
                </a:lnTo>
                <a:lnTo>
                  <a:pt x="13525500" y="0"/>
                </a:lnTo>
                <a:close/>
              </a:path>
            </a:pathLst>
          </a:custGeom>
          <a:solidFill>
            <a:srgbClr val="FFFFFF">
              <a:alpha val="10978"/>
            </a:srgbClr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3622304" y="5143500"/>
          <a:ext cx="13601700" cy="3886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95800"/>
                <a:gridCol w="4514850"/>
                <a:gridCol w="4495800"/>
              </a:tblGrid>
              <a:tr h="809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dirty="0" sz="2900" spc="-10">
                          <a:solidFill>
                            <a:srgbClr val="111111"/>
                          </a:solidFill>
                          <a:latin typeface="Tahoma"/>
                          <a:cs typeface="Tahoma"/>
                        </a:rPr>
                        <a:t>B</a:t>
                      </a:r>
                      <a:r>
                        <a:rPr dirty="0" sz="2900" spc="-1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u</a:t>
                      </a:r>
                      <a:r>
                        <a:rPr dirty="0" sz="2900" spc="-10">
                          <a:solidFill>
                            <a:srgbClr val="111111"/>
                          </a:solidFill>
                          <a:latin typeface="Tahoma"/>
                          <a:cs typeface="Tahoma"/>
                        </a:rPr>
                        <a:t>dget</a:t>
                      </a:r>
                      <a:endParaRPr sz="2900">
                        <a:latin typeface="Tahoma"/>
                        <a:cs typeface="Tahoma"/>
                      </a:endParaRPr>
                    </a:p>
                  </a:txBody>
                  <a:tcPr marL="0" marR="0" marB="0" marT="1651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dirty="0" sz="2900" spc="-10">
                          <a:solidFill>
                            <a:srgbClr val="111111"/>
                          </a:solidFill>
                          <a:latin typeface="Tahoma"/>
                          <a:cs typeface="Tahoma"/>
                        </a:rPr>
                        <a:t>Econom</a:t>
                      </a:r>
                      <a:r>
                        <a:rPr dirty="0" sz="2900" spc="-1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y</a:t>
                      </a:r>
                      <a:endParaRPr sz="2900">
                        <a:latin typeface="Arial MT"/>
                        <a:cs typeface="Arial MT"/>
                      </a:endParaRPr>
                    </a:p>
                  </a:txBody>
                  <a:tcPr marL="0" marR="0" marB="0" marT="1651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dirty="0" sz="2900" spc="-10">
                          <a:solidFill>
                            <a:srgbClr val="111111"/>
                          </a:solidFill>
                          <a:latin typeface="Tahoma"/>
                          <a:cs typeface="Tahoma"/>
                        </a:rPr>
                        <a:t>Premi</a:t>
                      </a:r>
                      <a:r>
                        <a:rPr dirty="0" sz="2900" spc="-1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u</a:t>
                      </a:r>
                      <a:r>
                        <a:rPr dirty="0" sz="2900" spc="-10">
                          <a:solidFill>
                            <a:srgbClr val="111111"/>
                          </a:solidFill>
                          <a:latin typeface="Tahoma"/>
                          <a:cs typeface="Tahoma"/>
                        </a:rPr>
                        <a:t>m</a:t>
                      </a:r>
                      <a:endParaRPr sz="2900">
                        <a:latin typeface="Tahoma"/>
                        <a:cs typeface="Tahoma"/>
                      </a:endParaRPr>
                    </a:p>
                  </a:txBody>
                  <a:tcPr marL="0" marR="0" marB="0" marT="1651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0">
                <a:tc>
                  <a:txBody>
                    <a:bodyPr/>
                    <a:lstStyle/>
                    <a:p>
                      <a:pPr algn="ctr">
                        <a:lnSpc>
                          <a:spcPts val="3350"/>
                        </a:lnSpc>
                        <a:spcBef>
                          <a:spcPts val="2275"/>
                        </a:spcBef>
                      </a:pPr>
                      <a:r>
                        <a:rPr dirty="0" sz="2900" spc="-5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r>
                        <a:rPr dirty="0" sz="2900" spc="3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900" spc="-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u</a:t>
                      </a:r>
                      <a:r>
                        <a:rPr dirty="0" sz="2900" spc="-2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ser</a:t>
                      </a:r>
                      <a:endParaRPr sz="2900">
                        <a:latin typeface="Lucida Sans Unicode"/>
                        <a:cs typeface="Lucida Sans Unicode"/>
                      </a:endParaRPr>
                    </a:p>
                    <a:p>
                      <a:pPr algn="ctr" marR="99695">
                        <a:lnSpc>
                          <a:spcPts val="3225"/>
                        </a:lnSpc>
                      </a:pPr>
                      <a:r>
                        <a:rPr dirty="0" sz="2900" spc="-7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100</a:t>
                      </a:r>
                      <a:r>
                        <a:rPr dirty="0" sz="2900" spc="-13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900" spc="-1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searches</a:t>
                      </a:r>
                      <a:endParaRPr sz="2900">
                        <a:latin typeface="Lucida Sans Unicode"/>
                        <a:cs typeface="Lucida Sans Unicode"/>
                      </a:endParaRPr>
                    </a:p>
                    <a:p>
                      <a:pPr algn="ctr" marR="99695">
                        <a:lnSpc>
                          <a:spcPts val="3354"/>
                        </a:lnSpc>
                      </a:pPr>
                      <a:r>
                        <a:rPr dirty="0" sz="29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r>
                        <a:rPr dirty="0" sz="2900" spc="-1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900" spc="-1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s</a:t>
                      </a:r>
                      <a:r>
                        <a:rPr dirty="0" sz="29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u</a:t>
                      </a:r>
                      <a:r>
                        <a:rPr dirty="0" sz="2900" spc="-1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bjects</a:t>
                      </a:r>
                      <a:endParaRPr sz="29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288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algn="ctr" marR="103505">
                        <a:lnSpc>
                          <a:spcPts val="3350"/>
                        </a:lnSpc>
                      </a:pPr>
                      <a:r>
                        <a:rPr dirty="0" sz="29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r>
                        <a:rPr dirty="0" sz="2900" spc="-1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900" spc="-2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User</a:t>
                      </a:r>
                      <a:endParaRPr sz="2900">
                        <a:latin typeface="Lucida Sans Unicode"/>
                        <a:cs typeface="Lucida Sans Unicode"/>
                      </a:endParaRPr>
                    </a:p>
                    <a:p>
                      <a:pPr algn="ctr" marR="103505">
                        <a:lnSpc>
                          <a:spcPts val="3265"/>
                        </a:lnSpc>
                      </a:pPr>
                      <a:r>
                        <a:rPr dirty="0" sz="2900" spc="-2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1000</a:t>
                      </a:r>
                      <a:r>
                        <a:rPr dirty="0" sz="2900" spc="-17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900" spc="-1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searches</a:t>
                      </a:r>
                      <a:endParaRPr sz="2900">
                        <a:latin typeface="Lucida Sans Unicode"/>
                        <a:cs typeface="Lucida Sans Unicode"/>
                      </a:endParaRPr>
                    </a:p>
                    <a:p>
                      <a:pPr algn="ctr" marR="103505">
                        <a:lnSpc>
                          <a:spcPts val="3390"/>
                        </a:lnSpc>
                      </a:pPr>
                      <a:r>
                        <a:rPr dirty="0" sz="29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5 </a:t>
                      </a:r>
                      <a:r>
                        <a:rPr dirty="0" sz="2900" spc="-1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S</a:t>
                      </a:r>
                      <a:r>
                        <a:rPr dirty="0" sz="29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u</a:t>
                      </a:r>
                      <a:r>
                        <a:rPr dirty="0" sz="2900" spc="-1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bjects</a:t>
                      </a:r>
                      <a:endParaRPr sz="29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9461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647065" marR="751205" indent="937260">
                        <a:lnSpc>
                          <a:spcPts val="3229"/>
                        </a:lnSpc>
                      </a:pPr>
                      <a:r>
                        <a:rPr dirty="0" sz="29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5 </a:t>
                      </a:r>
                      <a:r>
                        <a:rPr dirty="0" sz="2900" spc="-1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Users </a:t>
                      </a:r>
                      <a:r>
                        <a:rPr dirty="0" sz="2900" spc="-21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Unlimited</a:t>
                      </a:r>
                      <a:r>
                        <a:rPr dirty="0" sz="290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900" spc="-8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Searches</a:t>
                      </a:r>
                      <a:endParaRPr sz="2900">
                        <a:latin typeface="Lucida Sans Unicode"/>
                        <a:cs typeface="Lucida Sans Unicode"/>
                      </a:endParaRPr>
                    </a:p>
                    <a:p>
                      <a:pPr marL="1271270">
                        <a:lnSpc>
                          <a:spcPts val="3229"/>
                        </a:lnSpc>
                      </a:pPr>
                      <a:r>
                        <a:rPr dirty="0" sz="2900" spc="-26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18</a:t>
                      </a:r>
                      <a:r>
                        <a:rPr dirty="0" sz="2900" spc="3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900" spc="-1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s</a:t>
                      </a:r>
                      <a:r>
                        <a:rPr dirty="0" sz="29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u</a:t>
                      </a:r>
                      <a:r>
                        <a:rPr dirty="0" sz="2900" spc="-1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bjects</a:t>
                      </a:r>
                      <a:endParaRPr sz="29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346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905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dirty="0" sz="29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300</a:t>
                      </a:r>
                      <a:r>
                        <a:rPr dirty="0" sz="2900" spc="-1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Rs</a:t>
                      </a:r>
                      <a:endParaRPr sz="29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555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1097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02870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dirty="0" sz="29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500</a:t>
                      </a:r>
                      <a:r>
                        <a:rPr dirty="0" sz="2900" spc="-1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Rs</a:t>
                      </a:r>
                      <a:endParaRPr sz="29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555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1097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dirty="0" sz="29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1500</a:t>
                      </a:r>
                      <a:r>
                        <a:rPr dirty="0" sz="2900" spc="-1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Rs</a:t>
                      </a:r>
                      <a:endParaRPr sz="2900">
                        <a:latin typeface="Tahoma"/>
                        <a:cs typeface="Tahoma"/>
                      </a:endParaRPr>
                    </a:p>
                  </a:txBody>
                  <a:tcPr marL="0" marR="0" marB="0" marT="1555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10978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3" name="object 13" descr=""/>
          <p:cNvSpPr txBox="1"/>
          <p:nvPr/>
        </p:nvSpPr>
        <p:spPr>
          <a:xfrm>
            <a:off x="690013" y="1036136"/>
            <a:ext cx="1590675" cy="1113790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marL="12700" marR="5080">
              <a:lnSpc>
                <a:spcPct val="78100"/>
              </a:lnSpc>
              <a:spcBef>
                <a:spcPts val="1165"/>
              </a:spcBef>
            </a:pPr>
            <a:r>
              <a:rPr dirty="0" sz="4000" spc="-675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4000" spc="-24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4000" spc="-229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dirty="0" sz="4000" spc="-24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dirty="0" sz="4000" spc="-235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4000" spc="-155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dirty="0" sz="4000" spc="-3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204">
                <a:solidFill>
                  <a:srgbClr val="FFFFFF"/>
                </a:solidFill>
                <a:latin typeface="Lucida Sans Unicode"/>
                <a:cs typeface="Lucida Sans Unicode"/>
              </a:rPr>
              <a:t>Stream</a:t>
            </a:r>
            <a:endParaRPr sz="4000">
              <a:latin typeface="Lucida Sans Unicode"/>
              <a:cs typeface="Lucida Sans Unicode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205394" y="7270028"/>
            <a:ext cx="2061845" cy="2804160"/>
            <a:chOff x="205394" y="7270028"/>
            <a:chExt cx="2061845" cy="2804160"/>
          </a:xfrm>
        </p:grpSpPr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33" y="7270028"/>
              <a:ext cx="1581149" cy="1581149"/>
            </a:xfrm>
            <a:prstGeom prst="rect">
              <a:avLst/>
            </a:prstGeom>
          </p:spPr>
        </p:pic>
        <p:pic>
          <p:nvPicPr>
            <p:cNvPr id="16" name="object 16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394" y="9606990"/>
              <a:ext cx="771524" cy="466709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3615121" y="2345335"/>
            <a:ext cx="7451725" cy="1303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4500"/>
              </a:lnSpc>
              <a:spcBef>
                <a:spcPts val="100"/>
              </a:spcBef>
            </a:pPr>
            <a:r>
              <a:rPr dirty="0" sz="2900" spc="-185">
                <a:solidFill>
                  <a:srgbClr val="FFFFFF"/>
                </a:solidFill>
                <a:latin typeface="Lucida Sans Unicode"/>
                <a:cs typeface="Lucida Sans Unicode"/>
              </a:rPr>
              <a:t>Target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4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900" spc="-14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900" spc="-140">
                <a:solidFill>
                  <a:srgbClr val="FFFFFF"/>
                </a:solidFill>
                <a:latin typeface="Lucida Sans Unicode"/>
                <a:cs typeface="Lucida Sans Unicode"/>
              </a:rPr>
              <a:t>dience</a:t>
            </a:r>
            <a:r>
              <a:rPr dirty="0" sz="29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dirty="0" sz="29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00" spc="-105">
                <a:solidFill>
                  <a:srgbClr val="FFFFFF"/>
                </a:solidFill>
                <a:latin typeface="Lucida Sans Unicode"/>
                <a:cs typeface="Lucida Sans Unicode"/>
              </a:rPr>
              <a:t>B</a:t>
            </a:r>
            <a:r>
              <a:rPr dirty="0" sz="2900" spc="-105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r>
              <a:rPr dirty="0" sz="2900" spc="-105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dirty="0" sz="29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50">
                <a:solidFill>
                  <a:srgbClr val="FFFFFF"/>
                </a:solidFill>
                <a:latin typeface="Arial MT"/>
                <a:cs typeface="Arial MT"/>
              </a:rPr>
              <a:t>(</a:t>
            </a:r>
            <a:r>
              <a:rPr dirty="0" sz="2900" spc="-150">
                <a:solidFill>
                  <a:srgbClr val="FFFFFF"/>
                </a:solidFill>
                <a:latin typeface="Lucida Sans Unicode"/>
                <a:cs typeface="Lucida Sans Unicode"/>
              </a:rPr>
              <a:t>Engineering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Lucida Sans Unicode"/>
                <a:cs typeface="Lucida Sans Unicode"/>
              </a:rPr>
              <a:t>St</a:t>
            </a:r>
            <a:r>
              <a:rPr dirty="0" sz="2900" spc="-1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900" spc="-10">
                <a:solidFill>
                  <a:srgbClr val="FFFFFF"/>
                </a:solidFill>
                <a:latin typeface="Lucida Sans Unicode"/>
                <a:cs typeface="Lucida Sans Unicode"/>
              </a:rPr>
              <a:t>dents</a:t>
            </a:r>
            <a:r>
              <a:rPr dirty="0" sz="2900" spc="-10">
                <a:solidFill>
                  <a:srgbClr val="FFFFFF"/>
                </a:solidFill>
                <a:latin typeface="Arial MT"/>
                <a:cs typeface="Arial MT"/>
              </a:rPr>
              <a:t>) </a:t>
            </a:r>
            <a:r>
              <a:rPr dirty="0" sz="2900" spc="-60">
                <a:solidFill>
                  <a:srgbClr val="FFFFFF"/>
                </a:solidFill>
                <a:latin typeface="Lucida Sans Unicode"/>
                <a:cs typeface="Lucida Sans Unicode"/>
              </a:rPr>
              <a:t>Secondar</a:t>
            </a:r>
            <a:r>
              <a:rPr dirty="0" sz="2900" spc="-6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290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00" spc="-105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900" spc="-105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900" spc="-105">
                <a:solidFill>
                  <a:srgbClr val="FFFFFF"/>
                </a:solidFill>
                <a:latin typeface="Lucida Sans Unicode"/>
                <a:cs typeface="Lucida Sans Unicode"/>
              </a:rPr>
              <a:t>dience</a:t>
            </a:r>
            <a:r>
              <a:rPr dirty="0" sz="29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dirty="0" sz="29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B</a:t>
            </a:r>
            <a:r>
              <a:rPr dirty="0" sz="290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B</a:t>
            </a:r>
            <a:r>
              <a:rPr dirty="0" sz="290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Arial MT"/>
                <a:cs typeface="Arial MT"/>
              </a:rPr>
              <a:t>(</a:t>
            </a:r>
            <a:r>
              <a:rPr dirty="0" sz="2900" spc="-10">
                <a:solidFill>
                  <a:srgbClr val="FFFFFF"/>
                </a:solidFill>
                <a:latin typeface="Lucida Sans Unicode"/>
                <a:cs typeface="Lucida Sans Unicode"/>
              </a:rPr>
              <a:t>Instit</a:t>
            </a:r>
            <a:r>
              <a:rPr dirty="0" sz="2900" spc="-1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900" spc="-10">
                <a:solidFill>
                  <a:srgbClr val="FFFFFF"/>
                </a:solidFill>
                <a:latin typeface="Lucida Sans Unicode"/>
                <a:cs typeface="Lucida Sans Unicode"/>
              </a:rPr>
              <a:t>tes</a:t>
            </a:r>
            <a:r>
              <a:rPr dirty="0" sz="2900" spc="-1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615121" y="3837686"/>
            <a:ext cx="2375535" cy="10052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400" spc="-395">
                <a:solidFill>
                  <a:srgbClr val="FFFFFF"/>
                </a:solidFill>
                <a:latin typeface="Lucida Sans Unicode"/>
                <a:cs typeface="Lucida Sans Unicode"/>
              </a:rPr>
              <a:t>Pricing</a:t>
            </a:r>
            <a:endParaRPr sz="6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11"/>
            <a:ext cx="18288000" cy="10287000"/>
            <a:chOff x="0" y="11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13049250" y="384898"/>
              <a:ext cx="4857750" cy="9525000"/>
            </a:xfrm>
            <a:custGeom>
              <a:avLst/>
              <a:gdLst/>
              <a:ahLst/>
              <a:cxnLst/>
              <a:rect l="l" t="t" r="r" b="b"/>
              <a:pathLst>
                <a:path w="4857750" h="9525000">
                  <a:moveTo>
                    <a:pt x="485775" y="9525002"/>
                  </a:moveTo>
                  <a:lnTo>
                    <a:pt x="4371975" y="9525003"/>
                  </a:lnTo>
                  <a:lnTo>
                    <a:pt x="4419590" y="9522671"/>
                  </a:lnTo>
                  <a:lnTo>
                    <a:pt x="4466747" y="9515677"/>
                  </a:lnTo>
                  <a:lnTo>
                    <a:pt x="4512988" y="9504083"/>
                  </a:lnTo>
                  <a:lnTo>
                    <a:pt x="4557873" y="9488024"/>
                  </a:lnTo>
                  <a:lnTo>
                    <a:pt x="4600967" y="9467639"/>
                  </a:lnTo>
                  <a:lnTo>
                    <a:pt x="4641858" y="9443134"/>
                  </a:lnTo>
                  <a:lnTo>
                    <a:pt x="4680151" y="9414733"/>
                  </a:lnTo>
                  <a:lnTo>
                    <a:pt x="4715472" y="9382719"/>
                  </a:lnTo>
                  <a:lnTo>
                    <a:pt x="4747492" y="9347404"/>
                  </a:lnTo>
                  <a:lnTo>
                    <a:pt x="4775884" y="9309107"/>
                  </a:lnTo>
                  <a:lnTo>
                    <a:pt x="4800389" y="9268215"/>
                  </a:lnTo>
                  <a:lnTo>
                    <a:pt x="4820771" y="9225124"/>
                  </a:lnTo>
                  <a:lnTo>
                    <a:pt x="4836843" y="9180236"/>
                  </a:lnTo>
                  <a:lnTo>
                    <a:pt x="4848426" y="9133991"/>
                  </a:lnTo>
                  <a:lnTo>
                    <a:pt x="4855417" y="9086841"/>
                  </a:lnTo>
                  <a:lnTo>
                    <a:pt x="4857749" y="9039225"/>
                  </a:lnTo>
                  <a:lnTo>
                    <a:pt x="4857750" y="485775"/>
                  </a:lnTo>
                  <a:lnTo>
                    <a:pt x="4857167" y="461939"/>
                  </a:lnTo>
                  <a:lnTo>
                    <a:pt x="4852500" y="414496"/>
                  </a:lnTo>
                  <a:lnTo>
                    <a:pt x="4843201" y="367739"/>
                  </a:lnTo>
                  <a:lnTo>
                    <a:pt x="4829358" y="322120"/>
                  </a:lnTo>
                  <a:lnTo>
                    <a:pt x="4811109" y="278080"/>
                  </a:lnTo>
                  <a:lnTo>
                    <a:pt x="4788636" y="236037"/>
                  </a:lnTo>
                  <a:lnTo>
                    <a:pt x="4762159" y="196395"/>
                  </a:lnTo>
                  <a:lnTo>
                    <a:pt x="4731915" y="159544"/>
                  </a:lnTo>
                  <a:lnTo>
                    <a:pt x="4698204" y="125837"/>
                  </a:lnTo>
                  <a:lnTo>
                    <a:pt x="4661354" y="95592"/>
                  </a:lnTo>
                  <a:lnTo>
                    <a:pt x="4621716" y="69107"/>
                  </a:lnTo>
                  <a:lnTo>
                    <a:pt x="4579671" y="46638"/>
                  </a:lnTo>
                  <a:lnTo>
                    <a:pt x="4535628" y="28394"/>
                  </a:lnTo>
                  <a:lnTo>
                    <a:pt x="4490010" y="14552"/>
                  </a:lnTo>
                  <a:lnTo>
                    <a:pt x="4443253" y="5254"/>
                  </a:lnTo>
                  <a:lnTo>
                    <a:pt x="4395811" y="580"/>
                  </a:lnTo>
                  <a:lnTo>
                    <a:pt x="4371975" y="0"/>
                  </a:lnTo>
                  <a:lnTo>
                    <a:pt x="485775" y="0"/>
                  </a:lnTo>
                  <a:lnTo>
                    <a:pt x="438159" y="2332"/>
                  </a:lnTo>
                  <a:lnTo>
                    <a:pt x="391001" y="9332"/>
                  </a:lnTo>
                  <a:lnTo>
                    <a:pt x="344764" y="20907"/>
                  </a:lnTo>
                  <a:lnTo>
                    <a:pt x="299873" y="36970"/>
                  </a:lnTo>
                  <a:lnTo>
                    <a:pt x="256780" y="57352"/>
                  </a:lnTo>
                  <a:lnTo>
                    <a:pt x="215892" y="81864"/>
                  </a:lnTo>
                  <a:lnTo>
                    <a:pt x="177599" y="110260"/>
                  </a:lnTo>
                  <a:lnTo>
                    <a:pt x="142281" y="142276"/>
                  </a:lnTo>
                  <a:lnTo>
                    <a:pt x="110260" y="177593"/>
                  </a:lnTo>
                  <a:lnTo>
                    <a:pt x="81867" y="215892"/>
                  </a:lnTo>
                  <a:lnTo>
                    <a:pt x="57360" y="256782"/>
                  </a:lnTo>
                  <a:lnTo>
                    <a:pt x="36972" y="299874"/>
                  </a:lnTo>
                  <a:lnTo>
                    <a:pt x="20908" y="344759"/>
                  </a:lnTo>
                  <a:lnTo>
                    <a:pt x="9326" y="391003"/>
                  </a:lnTo>
                  <a:lnTo>
                    <a:pt x="2331" y="438159"/>
                  </a:lnTo>
                  <a:lnTo>
                    <a:pt x="0" y="485775"/>
                  </a:lnTo>
                  <a:lnTo>
                    <a:pt x="0" y="9039225"/>
                  </a:lnTo>
                  <a:lnTo>
                    <a:pt x="2331" y="9086841"/>
                  </a:lnTo>
                  <a:lnTo>
                    <a:pt x="9324" y="9133991"/>
                  </a:lnTo>
                  <a:lnTo>
                    <a:pt x="20910" y="9180235"/>
                  </a:lnTo>
                  <a:lnTo>
                    <a:pt x="36977" y="9225124"/>
                  </a:lnTo>
                  <a:lnTo>
                    <a:pt x="57360" y="9268215"/>
                  </a:lnTo>
                  <a:lnTo>
                    <a:pt x="81865" y="9309107"/>
                  </a:lnTo>
                  <a:lnTo>
                    <a:pt x="110259" y="9347406"/>
                  </a:lnTo>
                  <a:lnTo>
                    <a:pt x="142279" y="9382721"/>
                  </a:lnTo>
                  <a:lnTo>
                    <a:pt x="177599" y="9414734"/>
                  </a:lnTo>
                  <a:lnTo>
                    <a:pt x="215892" y="9443135"/>
                  </a:lnTo>
                  <a:lnTo>
                    <a:pt x="256783" y="9467642"/>
                  </a:lnTo>
                  <a:lnTo>
                    <a:pt x="299871" y="9488034"/>
                  </a:lnTo>
                  <a:lnTo>
                    <a:pt x="344757" y="9504083"/>
                  </a:lnTo>
                  <a:lnTo>
                    <a:pt x="390999" y="9515676"/>
                  </a:lnTo>
                  <a:lnTo>
                    <a:pt x="438158" y="9522670"/>
                  </a:lnTo>
                  <a:lnTo>
                    <a:pt x="485775" y="9525002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3535025" y="384898"/>
              <a:ext cx="3886200" cy="0"/>
            </a:xfrm>
            <a:custGeom>
              <a:avLst/>
              <a:gdLst/>
              <a:ahLst/>
              <a:cxnLst/>
              <a:rect l="l" t="t" r="r" b="b"/>
              <a:pathLst>
                <a:path w="3886200" h="0">
                  <a:moveTo>
                    <a:pt x="3886200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08838" y="422007"/>
              <a:ext cx="228014" cy="20845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3049250" y="870673"/>
              <a:ext cx="0" cy="8553450"/>
            </a:xfrm>
            <a:custGeom>
              <a:avLst/>
              <a:gdLst/>
              <a:ahLst/>
              <a:cxnLst/>
              <a:rect l="l" t="t" r="r" b="b"/>
              <a:pathLst>
                <a:path w="0" h="8553450">
                  <a:moveTo>
                    <a:pt x="0" y="0"/>
                  </a:moveTo>
                  <a:lnTo>
                    <a:pt x="0" y="855345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08835" y="9664333"/>
              <a:ext cx="206723" cy="197731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3535025" y="9909900"/>
              <a:ext cx="3886200" cy="0"/>
            </a:xfrm>
            <a:custGeom>
              <a:avLst/>
              <a:gdLst/>
              <a:ahLst/>
              <a:cxnLst/>
              <a:rect l="l" t="t" r="r" b="b"/>
              <a:pathLst>
                <a:path w="3886200" h="0">
                  <a:moveTo>
                    <a:pt x="0" y="0"/>
                  </a:moveTo>
                  <a:lnTo>
                    <a:pt x="388620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40692" y="9664333"/>
              <a:ext cx="206720" cy="197728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7907000" y="870673"/>
              <a:ext cx="0" cy="8553450"/>
            </a:xfrm>
            <a:custGeom>
              <a:avLst/>
              <a:gdLst/>
              <a:ahLst/>
              <a:cxnLst/>
              <a:rect l="l" t="t" r="r" b="b"/>
              <a:pathLst>
                <a:path w="0" h="8553450">
                  <a:moveTo>
                    <a:pt x="0" y="855345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40695" y="432727"/>
              <a:ext cx="206715" cy="197732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380390" y="381011"/>
              <a:ext cx="12334875" cy="9525000"/>
            </a:xfrm>
            <a:custGeom>
              <a:avLst/>
              <a:gdLst/>
              <a:ahLst/>
              <a:cxnLst/>
              <a:rect l="l" t="t" r="r" b="b"/>
              <a:pathLst>
                <a:path w="12334875" h="9525000">
                  <a:moveTo>
                    <a:pt x="11620500" y="9524987"/>
                  </a:moveTo>
                  <a:lnTo>
                    <a:pt x="714375" y="9524987"/>
                  </a:lnTo>
                  <a:lnTo>
                    <a:pt x="644354" y="9521558"/>
                  </a:lnTo>
                  <a:lnTo>
                    <a:pt x="575007" y="9511271"/>
                  </a:lnTo>
                  <a:lnTo>
                    <a:pt x="506999" y="9494244"/>
                  </a:lnTo>
                  <a:lnTo>
                    <a:pt x="440998" y="9470612"/>
                  </a:lnTo>
                  <a:lnTo>
                    <a:pt x="377621" y="9440644"/>
                  </a:lnTo>
                  <a:lnTo>
                    <a:pt x="317494" y="9404595"/>
                  </a:lnTo>
                  <a:lnTo>
                    <a:pt x="261178" y="9362848"/>
                  </a:lnTo>
                  <a:lnTo>
                    <a:pt x="209231" y="9315768"/>
                  </a:lnTo>
                  <a:lnTo>
                    <a:pt x="162147" y="9263822"/>
                  </a:lnTo>
                  <a:lnTo>
                    <a:pt x="120395" y="9207511"/>
                  </a:lnTo>
                  <a:lnTo>
                    <a:pt x="84347" y="9147384"/>
                  </a:lnTo>
                  <a:lnTo>
                    <a:pt x="54378" y="9084002"/>
                  </a:lnTo>
                  <a:lnTo>
                    <a:pt x="30751" y="9017996"/>
                  </a:lnTo>
                  <a:lnTo>
                    <a:pt x="13727" y="8949994"/>
                  </a:lnTo>
                  <a:lnTo>
                    <a:pt x="3430" y="8880644"/>
                  </a:lnTo>
                  <a:lnTo>
                    <a:pt x="0" y="8810625"/>
                  </a:lnTo>
                  <a:lnTo>
                    <a:pt x="0" y="714375"/>
                  </a:lnTo>
                  <a:lnTo>
                    <a:pt x="3431" y="644353"/>
                  </a:lnTo>
                  <a:lnTo>
                    <a:pt x="13725" y="575006"/>
                  </a:lnTo>
                  <a:lnTo>
                    <a:pt x="30752" y="507000"/>
                  </a:lnTo>
                  <a:lnTo>
                    <a:pt x="54378" y="440995"/>
                  </a:lnTo>
                  <a:lnTo>
                    <a:pt x="84344" y="377616"/>
                  </a:lnTo>
                  <a:lnTo>
                    <a:pt x="120393" y="317488"/>
                  </a:lnTo>
                  <a:lnTo>
                    <a:pt x="162148" y="261175"/>
                  </a:lnTo>
                  <a:lnTo>
                    <a:pt x="209236" y="209236"/>
                  </a:lnTo>
                  <a:lnTo>
                    <a:pt x="261174" y="162149"/>
                  </a:lnTo>
                  <a:lnTo>
                    <a:pt x="317488" y="120393"/>
                  </a:lnTo>
                  <a:lnTo>
                    <a:pt x="377616" y="84345"/>
                  </a:lnTo>
                  <a:lnTo>
                    <a:pt x="440995" y="54379"/>
                  </a:lnTo>
                  <a:lnTo>
                    <a:pt x="506999" y="30752"/>
                  </a:lnTo>
                  <a:lnTo>
                    <a:pt x="575006" y="13725"/>
                  </a:lnTo>
                  <a:lnTo>
                    <a:pt x="644352" y="3431"/>
                  </a:lnTo>
                  <a:lnTo>
                    <a:pt x="714375" y="0"/>
                  </a:lnTo>
                  <a:lnTo>
                    <a:pt x="11620500" y="0"/>
                  </a:lnTo>
                  <a:lnTo>
                    <a:pt x="11690509" y="3430"/>
                  </a:lnTo>
                  <a:lnTo>
                    <a:pt x="11759851" y="13724"/>
                  </a:lnTo>
                  <a:lnTo>
                    <a:pt x="11827862" y="30750"/>
                  </a:lnTo>
                  <a:lnTo>
                    <a:pt x="11893868" y="54376"/>
                  </a:lnTo>
                  <a:lnTo>
                    <a:pt x="11957223" y="84324"/>
                  </a:lnTo>
                  <a:lnTo>
                    <a:pt x="12017399" y="120405"/>
                  </a:lnTo>
                  <a:lnTo>
                    <a:pt x="12073705" y="162147"/>
                  </a:lnTo>
                  <a:lnTo>
                    <a:pt x="12125627" y="209218"/>
                  </a:lnTo>
                  <a:lnTo>
                    <a:pt x="12172745" y="261193"/>
                  </a:lnTo>
                  <a:lnTo>
                    <a:pt x="12214469" y="317496"/>
                  </a:lnTo>
                  <a:lnTo>
                    <a:pt x="12250508" y="377606"/>
                  </a:lnTo>
                  <a:lnTo>
                    <a:pt x="12280484" y="440996"/>
                  </a:lnTo>
                  <a:lnTo>
                    <a:pt x="12304117" y="506999"/>
                  </a:lnTo>
                  <a:lnTo>
                    <a:pt x="12321144" y="575010"/>
                  </a:lnTo>
                  <a:lnTo>
                    <a:pt x="12331431" y="644355"/>
                  </a:lnTo>
                  <a:lnTo>
                    <a:pt x="12334859" y="714375"/>
                  </a:lnTo>
                  <a:lnTo>
                    <a:pt x="12334859" y="8810625"/>
                  </a:lnTo>
                  <a:lnTo>
                    <a:pt x="12331431" y="8880642"/>
                  </a:lnTo>
                  <a:lnTo>
                    <a:pt x="12321142" y="8949992"/>
                  </a:lnTo>
                  <a:lnTo>
                    <a:pt x="12304117" y="9017996"/>
                  </a:lnTo>
                  <a:lnTo>
                    <a:pt x="12280484" y="9084001"/>
                  </a:lnTo>
                  <a:lnTo>
                    <a:pt x="12250506" y="9147393"/>
                  </a:lnTo>
                  <a:lnTo>
                    <a:pt x="12214466" y="9207504"/>
                  </a:lnTo>
                  <a:lnTo>
                    <a:pt x="12172744" y="9263803"/>
                  </a:lnTo>
                  <a:lnTo>
                    <a:pt x="12125633" y="9315785"/>
                  </a:lnTo>
                  <a:lnTo>
                    <a:pt x="12073702" y="9362849"/>
                  </a:lnTo>
                  <a:lnTo>
                    <a:pt x="12017392" y="9404583"/>
                  </a:lnTo>
                  <a:lnTo>
                    <a:pt x="11957220" y="9440666"/>
                  </a:lnTo>
                  <a:lnTo>
                    <a:pt x="11893865" y="9470616"/>
                  </a:lnTo>
                  <a:lnTo>
                    <a:pt x="11827863" y="9494247"/>
                  </a:lnTo>
                  <a:lnTo>
                    <a:pt x="11759850" y="9511272"/>
                  </a:lnTo>
                  <a:lnTo>
                    <a:pt x="11690508" y="9521560"/>
                  </a:lnTo>
                  <a:lnTo>
                    <a:pt x="11620500" y="9524987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80390" y="381011"/>
              <a:ext cx="12334875" cy="9525000"/>
            </a:xfrm>
            <a:custGeom>
              <a:avLst/>
              <a:gdLst/>
              <a:ahLst/>
              <a:cxnLst/>
              <a:rect l="l" t="t" r="r" b="b"/>
              <a:pathLst>
                <a:path w="12334875" h="9525000">
                  <a:moveTo>
                    <a:pt x="714375" y="0"/>
                  </a:moveTo>
                  <a:lnTo>
                    <a:pt x="11620500" y="0"/>
                  </a:lnTo>
                </a:path>
                <a:path w="12334875" h="9525000">
                  <a:moveTo>
                    <a:pt x="12334859" y="714375"/>
                  </a:moveTo>
                  <a:lnTo>
                    <a:pt x="12334859" y="8810624"/>
                  </a:lnTo>
                </a:path>
                <a:path w="12334875" h="9525000">
                  <a:moveTo>
                    <a:pt x="11620500" y="9524987"/>
                  </a:moveTo>
                  <a:lnTo>
                    <a:pt x="714375" y="9524987"/>
                  </a:lnTo>
                </a:path>
                <a:path w="12334875" h="9525000">
                  <a:moveTo>
                    <a:pt x="0" y="8810625"/>
                  </a:moveTo>
                  <a:lnTo>
                    <a:pt x="0" y="714375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128388" y="969292"/>
            <a:ext cx="939800" cy="10052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400" spc="-515">
                <a:solidFill>
                  <a:srgbClr val="FFFFFF"/>
                </a:solidFill>
                <a:latin typeface="Lucida Sans Unicode"/>
                <a:cs typeface="Lucida Sans Unicode"/>
              </a:rPr>
              <a:t>04</a:t>
            </a:r>
            <a:endParaRPr sz="6400">
              <a:latin typeface="Lucida Sans Unicode"/>
              <a:cs typeface="Lucida Sans Unicode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205394" y="0"/>
            <a:ext cx="18082895" cy="10287000"/>
            <a:chOff x="205394" y="0"/>
            <a:chExt cx="18082895" cy="10287000"/>
          </a:xfrm>
        </p:grpSpPr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210410" y="0"/>
              <a:ext cx="6077590" cy="1028700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449300" y="778309"/>
              <a:ext cx="4057436" cy="8724896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544294" y="763594"/>
              <a:ext cx="1847849" cy="342899"/>
            </a:xfrm>
            <a:prstGeom prst="rect">
              <a:avLst/>
            </a:prstGeom>
          </p:spPr>
        </p:pic>
        <p:pic>
          <p:nvPicPr>
            <p:cNvPr id="19" name="object 19" descr="">
              <a:hlinkClick r:id="rId9"/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5394" y="9606991"/>
              <a:ext cx="771524" cy="466709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360"/>
              <a:t>Market</a:t>
            </a:r>
            <a:r>
              <a:rPr dirty="0" spc="-450"/>
              <a:t> </a:t>
            </a:r>
            <a:r>
              <a:rPr dirty="0" spc="-415"/>
              <a:t>Segmentation</a:t>
            </a:r>
          </a:p>
        </p:txBody>
      </p:sp>
      <p:sp>
        <p:nvSpPr>
          <p:cNvPr id="21" name="object 21" descr=""/>
          <p:cNvSpPr txBox="1"/>
          <p:nvPr/>
        </p:nvSpPr>
        <p:spPr>
          <a:xfrm>
            <a:off x="2700327" y="3347242"/>
            <a:ext cx="8168640" cy="1673225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2900" spc="-20">
                <a:solidFill>
                  <a:srgbClr val="FFFFFF"/>
                </a:solidFill>
                <a:latin typeface="Tahoma"/>
                <a:cs typeface="Tahoma"/>
              </a:rPr>
              <a:t>Phase</a:t>
            </a:r>
            <a:r>
              <a:rPr dirty="0" sz="2900" spc="-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250">
                <a:solidFill>
                  <a:srgbClr val="FFFFFF"/>
                </a:solidFill>
                <a:latin typeface="Arial MT"/>
                <a:cs typeface="Arial MT"/>
              </a:rPr>
              <a:t>1:</a:t>
            </a:r>
            <a:r>
              <a:rPr dirty="0" sz="2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00" spc="-65">
                <a:solidFill>
                  <a:srgbClr val="FFFFFF"/>
                </a:solidFill>
                <a:latin typeface="Lucida Sans Unicode"/>
                <a:cs typeface="Lucida Sans Unicode"/>
              </a:rPr>
              <a:t>Foc</a:t>
            </a:r>
            <a:r>
              <a:rPr dirty="0" sz="2900" spc="-65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900" spc="-65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215">
                <a:solidFill>
                  <a:srgbClr val="FFFFFF"/>
                </a:solidFill>
                <a:latin typeface="Lucida Sans Unicode"/>
                <a:cs typeface="Lucida Sans Unicode"/>
              </a:rPr>
              <a:t>on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25">
                <a:solidFill>
                  <a:srgbClr val="FFFFFF"/>
                </a:solidFill>
                <a:latin typeface="Lucida Sans Unicode"/>
                <a:cs typeface="Lucida Sans Unicode"/>
              </a:rPr>
              <a:t>Mechanical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70">
                <a:solidFill>
                  <a:srgbClr val="FFFFFF"/>
                </a:solidFill>
                <a:latin typeface="Lucida Sans Unicode"/>
                <a:cs typeface="Lucida Sans Unicode"/>
              </a:rPr>
              <a:t>Engineering</a:t>
            </a:r>
            <a:endParaRPr sz="2900">
              <a:latin typeface="Lucida Sans Unicode"/>
              <a:cs typeface="Lucida Sans Unicode"/>
            </a:endParaRPr>
          </a:p>
          <a:p>
            <a:pPr marL="12700" marR="5080">
              <a:lnSpc>
                <a:spcPct val="122800"/>
              </a:lnSpc>
              <a:spcBef>
                <a:spcPts val="75"/>
              </a:spcBef>
            </a:pPr>
            <a:r>
              <a:rPr dirty="0" sz="2900" spc="-20">
                <a:solidFill>
                  <a:srgbClr val="FFFFFF"/>
                </a:solidFill>
                <a:latin typeface="Tahoma"/>
                <a:cs typeface="Tahoma"/>
              </a:rPr>
              <a:t>Phase</a:t>
            </a:r>
            <a:r>
              <a:rPr dirty="0" sz="2900" spc="-2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>
                <a:solidFill>
                  <a:srgbClr val="FFFFFF"/>
                </a:solidFill>
                <a:latin typeface="Arial MT"/>
                <a:cs typeface="Arial MT"/>
              </a:rPr>
              <a:t>2:</a:t>
            </a:r>
            <a:r>
              <a:rPr dirty="0" sz="29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00" spc="-105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2900" spc="-105">
                <a:solidFill>
                  <a:srgbClr val="FFFFFF"/>
                </a:solidFill>
                <a:latin typeface="Arial MT"/>
                <a:cs typeface="Arial MT"/>
              </a:rPr>
              <a:t>x</a:t>
            </a:r>
            <a:r>
              <a:rPr dirty="0" sz="2900" spc="-105">
                <a:solidFill>
                  <a:srgbClr val="FFFFFF"/>
                </a:solidFill>
                <a:latin typeface="Lucida Sans Unicode"/>
                <a:cs typeface="Lucida Sans Unicode"/>
              </a:rPr>
              <a:t>pand </a:t>
            </a:r>
            <a:r>
              <a:rPr dirty="0" sz="2900" spc="-3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9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210">
                <a:solidFill>
                  <a:srgbClr val="FFFFFF"/>
                </a:solidFill>
                <a:latin typeface="Lucida Sans Unicode"/>
                <a:cs typeface="Lucida Sans Unicode"/>
              </a:rPr>
              <a:t>Ci</a:t>
            </a:r>
            <a:r>
              <a:rPr dirty="0" sz="2900" spc="-21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900" spc="-210">
                <a:solidFill>
                  <a:srgbClr val="FFFFFF"/>
                </a:solidFill>
                <a:latin typeface="Lucida Sans Unicode"/>
                <a:cs typeface="Lucida Sans Unicode"/>
              </a:rPr>
              <a:t>il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55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5">
                <a:solidFill>
                  <a:srgbClr val="FFFFFF"/>
                </a:solidFill>
                <a:latin typeface="Lucida Sans Unicode"/>
                <a:cs typeface="Lucida Sans Unicode"/>
              </a:rPr>
              <a:t>Electrical </a:t>
            </a:r>
            <a:r>
              <a:rPr dirty="0" sz="2900" spc="-140">
                <a:solidFill>
                  <a:srgbClr val="FFFFFF"/>
                </a:solidFill>
                <a:latin typeface="Lucida Sans Unicode"/>
                <a:cs typeface="Lucida Sans Unicode"/>
              </a:rPr>
              <a:t>Engineering </a:t>
            </a:r>
            <a:r>
              <a:rPr dirty="0" sz="2900" spc="-20">
                <a:solidFill>
                  <a:srgbClr val="FFFFFF"/>
                </a:solidFill>
                <a:latin typeface="Tahoma"/>
                <a:cs typeface="Tahoma"/>
              </a:rPr>
              <a:t>Phase</a:t>
            </a:r>
            <a:r>
              <a:rPr dirty="0" sz="2900" spc="-2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>
                <a:solidFill>
                  <a:srgbClr val="FFFFFF"/>
                </a:solidFill>
                <a:latin typeface="Arial MT"/>
                <a:cs typeface="Arial MT"/>
              </a:rPr>
              <a:t>3:</a:t>
            </a:r>
            <a:r>
              <a:rPr dirty="0" sz="29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00" spc="-50">
                <a:solidFill>
                  <a:srgbClr val="FFFFFF"/>
                </a:solidFill>
                <a:latin typeface="Lucida Sans Unicode"/>
                <a:cs typeface="Lucida Sans Unicode"/>
              </a:rPr>
              <a:t>Scale</a:t>
            </a:r>
            <a:r>
              <a:rPr dirty="0" sz="29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3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9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85">
                <a:solidFill>
                  <a:srgbClr val="FFFFFF"/>
                </a:solidFill>
                <a:latin typeface="Lucida Sans Unicode"/>
                <a:cs typeface="Lucida Sans Unicode"/>
              </a:rPr>
              <a:t>all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85">
                <a:solidFill>
                  <a:srgbClr val="FFFFFF"/>
                </a:solidFill>
                <a:latin typeface="Lucida Sans Unicode"/>
                <a:cs typeface="Lucida Sans Unicode"/>
              </a:rPr>
              <a:t>engineering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Lucida Sans Unicode"/>
                <a:cs typeface="Lucida Sans Unicode"/>
              </a:rPr>
              <a:t>branches</a:t>
            </a:r>
            <a:endParaRPr sz="2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11"/>
            <a:ext cx="18288000" cy="10287000"/>
            <a:chOff x="0" y="11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13049250" y="384898"/>
              <a:ext cx="4857750" cy="9525000"/>
            </a:xfrm>
            <a:custGeom>
              <a:avLst/>
              <a:gdLst/>
              <a:ahLst/>
              <a:cxnLst/>
              <a:rect l="l" t="t" r="r" b="b"/>
              <a:pathLst>
                <a:path w="4857750" h="9525000">
                  <a:moveTo>
                    <a:pt x="485775" y="9525002"/>
                  </a:moveTo>
                  <a:lnTo>
                    <a:pt x="4371975" y="9525003"/>
                  </a:lnTo>
                  <a:lnTo>
                    <a:pt x="4419590" y="9522671"/>
                  </a:lnTo>
                  <a:lnTo>
                    <a:pt x="4466747" y="9515677"/>
                  </a:lnTo>
                  <a:lnTo>
                    <a:pt x="4512988" y="9504083"/>
                  </a:lnTo>
                  <a:lnTo>
                    <a:pt x="4557873" y="9488024"/>
                  </a:lnTo>
                  <a:lnTo>
                    <a:pt x="4600967" y="9467639"/>
                  </a:lnTo>
                  <a:lnTo>
                    <a:pt x="4641858" y="9443134"/>
                  </a:lnTo>
                  <a:lnTo>
                    <a:pt x="4680151" y="9414733"/>
                  </a:lnTo>
                  <a:lnTo>
                    <a:pt x="4715472" y="9382719"/>
                  </a:lnTo>
                  <a:lnTo>
                    <a:pt x="4747492" y="9347404"/>
                  </a:lnTo>
                  <a:lnTo>
                    <a:pt x="4775884" y="9309107"/>
                  </a:lnTo>
                  <a:lnTo>
                    <a:pt x="4800389" y="9268215"/>
                  </a:lnTo>
                  <a:lnTo>
                    <a:pt x="4820771" y="9225124"/>
                  </a:lnTo>
                  <a:lnTo>
                    <a:pt x="4836843" y="9180236"/>
                  </a:lnTo>
                  <a:lnTo>
                    <a:pt x="4848426" y="9133991"/>
                  </a:lnTo>
                  <a:lnTo>
                    <a:pt x="4855417" y="9086841"/>
                  </a:lnTo>
                  <a:lnTo>
                    <a:pt x="4857749" y="9039225"/>
                  </a:lnTo>
                  <a:lnTo>
                    <a:pt x="4857750" y="485775"/>
                  </a:lnTo>
                  <a:lnTo>
                    <a:pt x="4857167" y="461939"/>
                  </a:lnTo>
                  <a:lnTo>
                    <a:pt x="4852500" y="414496"/>
                  </a:lnTo>
                  <a:lnTo>
                    <a:pt x="4843201" y="367739"/>
                  </a:lnTo>
                  <a:lnTo>
                    <a:pt x="4829358" y="322120"/>
                  </a:lnTo>
                  <a:lnTo>
                    <a:pt x="4811109" y="278080"/>
                  </a:lnTo>
                  <a:lnTo>
                    <a:pt x="4788636" y="236037"/>
                  </a:lnTo>
                  <a:lnTo>
                    <a:pt x="4762159" y="196395"/>
                  </a:lnTo>
                  <a:lnTo>
                    <a:pt x="4731915" y="159544"/>
                  </a:lnTo>
                  <a:lnTo>
                    <a:pt x="4698204" y="125837"/>
                  </a:lnTo>
                  <a:lnTo>
                    <a:pt x="4661354" y="95592"/>
                  </a:lnTo>
                  <a:lnTo>
                    <a:pt x="4621716" y="69107"/>
                  </a:lnTo>
                  <a:lnTo>
                    <a:pt x="4579671" y="46638"/>
                  </a:lnTo>
                  <a:lnTo>
                    <a:pt x="4535628" y="28394"/>
                  </a:lnTo>
                  <a:lnTo>
                    <a:pt x="4490010" y="14552"/>
                  </a:lnTo>
                  <a:lnTo>
                    <a:pt x="4443253" y="5254"/>
                  </a:lnTo>
                  <a:lnTo>
                    <a:pt x="4395811" y="580"/>
                  </a:lnTo>
                  <a:lnTo>
                    <a:pt x="4371975" y="0"/>
                  </a:lnTo>
                  <a:lnTo>
                    <a:pt x="485775" y="0"/>
                  </a:lnTo>
                  <a:lnTo>
                    <a:pt x="438159" y="2332"/>
                  </a:lnTo>
                  <a:lnTo>
                    <a:pt x="391001" y="9332"/>
                  </a:lnTo>
                  <a:lnTo>
                    <a:pt x="344764" y="20907"/>
                  </a:lnTo>
                  <a:lnTo>
                    <a:pt x="299873" y="36970"/>
                  </a:lnTo>
                  <a:lnTo>
                    <a:pt x="256780" y="57352"/>
                  </a:lnTo>
                  <a:lnTo>
                    <a:pt x="215892" y="81864"/>
                  </a:lnTo>
                  <a:lnTo>
                    <a:pt x="177599" y="110260"/>
                  </a:lnTo>
                  <a:lnTo>
                    <a:pt x="142281" y="142276"/>
                  </a:lnTo>
                  <a:lnTo>
                    <a:pt x="110260" y="177593"/>
                  </a:lnTo>
                  <a:lnTo>
                    <a:pt x="81867" y="215892"/>
                  </a:lnTo>
                  <a:lnTo>
                    <a:pt x="57360" y="256782"/>
                  </a:lnTo>
                  <a:lnTo>
                    <a:pt x="36972" y="299874"/>
                  </a:lnTo>
                  <a:lnTo>
                    <a:pt x="20908" y="344759"/>
                  </a:lnTo>
                  <a:lnTo>
                    <a:pt x="9326" y="391003"/>
                  </a:lnTo>
                  <a:lnTo>
                    <a:pt x="2331" y="438159"/>
                  </a:lnTo>
                  <a:lnTo>
                    <a:pt x="0" y="485775"/>
                  </a:lnTo>
                  <a:lnTo>
                    <a:pt x="0" y="9039225"/>
                  </a:lnTo>
                  <a:lnTo>
                    <a:pt x="2331" y="9086841"/>
                  </a:lnTo>
                  <a:lnTo>
                    <a:pt x="9324" y="9133991"/>
                  </a:lnTo>
                  <a:lnTo>
                    <a:pt x="20910" y="9180235"/>
                  </a:lnTo>
                  <a:lnTo>
                    <a:pt x="36977" y="9225124"/>
                  </a:lnTo>
                  <a:lnTo>
                    <a:pt x="57360" y="9268215"/>
                  </a:lnTo>
                  <a:lnTo>
                    <a:pt x="81865" y="9309107"/>
                  </a:lnTo>
                  <a:lnTo>
                    <a:pt x="110259" y="9347406"/>
                  </a:lnTo>
                  <a:lnTo>
                    <a:pt x="142279" y="9382721"/>
                  </a:lnTo>
                  <a:lnTo>
                    <a:pt x="177599" y="9414734"/>
                  </a:lnTo>
                  <a:lnTo>
                    <a:pt x="215892" y="9443135"/>
                  </a:lnTo>
                  <a:lnTo>
                    <a:pt x="256783" y="9467642"/>
                  </a:lnTo>
                  <a:lnTo>
                    <a:pt x="299871" y="9488034"/>
                  </a:lnTo>
                  <a:lnTo>
                    <a:pt x="344757" y="9504083"/>
                  </a:lnTo>
                  <a:lnTo>
                    <a:pt x="390999" y="9515676"/>
                  </a:lnTo>
                  <a:lnTo>
                    <a:pt x="438158" y="9522670"/>
                  </a:lnTo>
                  <a:lnTo>
                    <a:pt x="485775" y="9525002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3535025" y="384898"/>
              <a:ext cx="3886200" cy="0"/>
            </a:xfrm>
            <a:custGeom>
              <a:avLst/>
              <a:gdLst/>
              <a:ahLst/>
              <a:cxnLst/>
              <a:rect l="l" t="t" r="r" b="b"/>
              <a:pathLst>
                <a:path w="3886200" h="0">
                  <a:moveTo>
                    <a:pt x="3886200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08838" y="422007"/>
              <a:ext cx="228014" cy="20845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3049250" y="870673"/>
              <a:ext cx="0" cy="8553450"/>
            </a:xfrm>
            <a:custGeom>
              <a:avLst/>
              <a:gdLst/>
              <a:ahLst/>
              <a:cxnLst/>
              <a:rect l="l" t="t" r="r" b="b"/>
              <a:pathLst>
                <a:path w="0" h="8553450">
                  <a:moveTo>
                    <a:pt x="0" y="0"/>
                  </a:moveTo>
                  <a:lnTo>
                    <a:pt x="0" y="855345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08835" y="9664333"/>
              <a:ext cx="206723" cy="197731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3535025" y="9909900"/>
              <a:ext cx="3886200" cy="0"/>
            </a:xfrm>
            <a:custGeom>
              <a:avLst/>
              <a:gdLst/>
              <a:ahLst/>
              <a:cxnLst/>
              <a:rect l="l" t="t" r="r" b="b"/>
              <a:pathLst>
                <a:path w="3886200" h="0">
                  <a:moveTo>
                    <a:pt x="0" y="0"/>
                  </a:moveTo>
                  <a:lnTo>
                    <a:pt x="388620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40692" y="9664333"/>
              <a:ext cx="206720" cy="197728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7907000" y="870673"/>
              <a:ext cx="0" cy="8553450"/>
            </a:xfrm>
            <a:custGeom>
              <a:avLst/>
              <a:gdLst/>
              <a:ahLst/>
              <a:cxnLst/>
              <a:rect l="l" t="t" r="r" b="b"/>
              <a:pathLst>
                <a:path w="0" h="8553450">
                  <a:moveTo>
                    <a:pt x="0" y="855345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40695" y="432727"/>
              <a:ext cx="206715" cy="197732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380390" y="381011"/>
              <a:ext cx="12334875" cy="9525000"/>
            </a:xfrm>
            <a:custGeom>
              <a:avLst/>
              <a:gdLst/>
              <a:ahLst/>
              <a:cxnLst/>
              <a:rect l="l" t="t" r="r" b="b"/>
              <a:pathLst>
                <a:path w="12334875" h="9525000">
                  <a:moveTo>
                    <a:pt x="11620500" y="9524987"/>
                  </a:moveTo>
                  <a:lnTo>
                    <a:pt x="714375" y="9524987"/>
                  </a:lnTo>
                  <a:lnTo>
                    <a:pt x="644354" y="9521558"/>
                  </a:lnTo>
                  <a:lnTo>
                    <a:pt x="575007" y="9511271"/>
                  </a:lnTo>
                  <a:lnTo>
                    <a:pt x="506999" y="9494244"/>
                  </a:lnTo>
                  <a:lnTo>
                    <a:pt x="440998" y="9470612"/>
                  </a:lnTo>
                  <a:lnTo>
                    <a:pt x="377621" y="9440644"/>
                  </a:lnTo>
                  <a:lnTo>
                    <a:pt x="317494" y="9404595"/>
                  </a:lnTo>
                  <a:lnTo>
                    <a:pt x="261178" y="9362848"/>
                  </a:lnTo>
                  <a:lnTo>
                    <a:pt x="209231" y="9315768"/>
                  </a:lnTo>
                  <a:lnTo>
                    <a:pt x="162147" y="9263822"/>
                  </a:lnTo>
                  <a:lnTo>
                    <a:pt x="120395" y="9207511"/>
                  </a:lnTo>
                  <a:lnTo>
                    <a:pt x="84347" y="9147384"/>
                  </a:lnTo>
                  <a:lnTo>
                    <a:pt x="54378" y="9084002"/>
                  </a:lnTo>
                  <a:lnTo>
                    <a:pt x="30751" y="9017996"/>
                  </a:lnTo>
                  <a:lnTo>
                    <a:pt x="13727" y="8949994"/>
                  </a:lnTo>
                  <a:lnTo>
                    <a:pt x="3430" y="8880644"/>
                  </a:lnTo>
                  <a:lnTo>
                    <a:pt x="0" y="8810625"/>
                  </a:lnTo>
                  <a:lnTo>
                    <a:pt x="0" y="714375"/>
                  </a:lnTo>
                  <a:lnTo>
                    <a:pt x="3431" y="644353"/>
                  </a:lnTo>
                  <a:lnTo>
                    <a:pt x="13725" y="575006"/>
                  </a:lnTo>
                  <a:lnTo>
                    <a:pt x="30752" y="507000"/>
                  </a:lnTo>
                  <a:lnTo>
                    <a:pt x="54378" y="440995"/>
                  </a:lnTo>
                  <a:lnTo>
                    <a:pt x="84344" y="377616"/>
                  </a:lnTo>
                  <a:lnTo>
                    <a:pt x="120393" y="317488"/>
                  </a:lnTo>
                  <a:lnTo>
                    <a:pt x="162148" y="261175"/>
                  </a:lnTo>
                  <a:lnTo>
                    <a:pt x="209236" y="209236"/>
                  </a:lnTo>
                  <a:lnTo>
                    <a:pt x="261174" y="162149"/>
                  </a:lnTo>
                  <a:lnTo>
                    <a:pt x="317488" y="120393"/>
                  </a:lnTo>
                  <a:lnTo>
                    <a:pt x="377616" y="84345"/>
                  </a:lnTo>
                  <a:lnTo>
                    <a:pt x="440995" y="54379"/>
                  </a:lnTo>
                  <a:lnTo>
                    <a:pt x="506999" y="30752"/>
                  </a:lnTo>
                  <a:lnTo>
                    <a:pt x="575006" y="13725"/>
                  </a:lnTo>
                  <a:lnTo>
                    <a:pt x="644352" y="3431"/>
                  </a:lnTo>
                  <a:lnTo>
                    <a:pt x="714375" y="0"/>
                  </a:lnTo>
                  <a:lnTo>
                    <a:pt x="11620500" y="0"/>
                  </a:lnTo>
                  <a:lnTo>
                    <a:pt x="11690509" y="3430"/>
                  </a:lnTo>
                  <a:lnTo>
                    <a:pt x="11759851" y="13724"/>
                  </a:lnTo>
                  <a:lnTo>
                    <a:pt x="11827862" y="30750"/>
                  </a:lnTo>
                  <a:lnTo>
                    <a:pt x="11893868" y="54376"/>
                  </a:lnTo>
                  <a:lnTo>
                    <a:pt x="11957223" y="84324"/>
                  </a:lnTo>
                  <a:lnTo>
                    <a:pt x="12017399" y="120405"/>
                  </a:lnTo>
                  <a:lnTo>
                    <a:pt x="12073705" y="162147"/>
                  </a:lnTo>
                  <a:lnTo>
                    <a:pt x="12125627" y="209218"/>
                  </a:lnTo>
                  <a:lnTo>
                    <a:pt x="12172745" y="261193"/>
                  </a:lnTo>
                  <a:lnTo>
                    <a:pt x="12214469" y="317496"/>
                  </a:lnTo>
                  <a:lnTo>
                    <a:pt x="12250508" y="377606"/>
                  </a:lnTo>
                  <a:lnTo>
                    <a:pt x="12280484" y="440996"/>
                  </a:lnTo>
                  <a:lnTo>
                    <a:pt x="12304117" y="506999"/>
                  </a:lnTo>
                  <a:lnTo>
                    <a:pt x="12321144" y="575010"/>
                  </a:lnTo>
                  <a:lnTo>
                    <a:pt x="12331431" y="644355"/>
                  </a:lnTo>
                  <a:lnTo>
                    <a:pt x="12334859" y="714375"/>
                  </a:lnTo>
                  <a:lnTo>
                    <a:pt x="12334859" y="8810625"/>
                  </a:lnTo>
                  <a:lnTo>
                    <a:pt x="12331431" y="8880642"/>
                  </a:lnTo>
                  <a:lnTo>
                    <a:pt x="12321142" y="8949992"/>
                  </a:lnTo>
                  <a:lnTo>
                    <a:pt x="12304117" y="9017996"/>
                  </a:lnTo>
                  <a:lnTo>
                    <a:pt x="12280484" y="9084001"/>
                  </a:lnTo>
                  <a:lnTo>
                    <a:pt x="12250506" y="9147393"/>
                  </a:lnTo>
                  <a:lnTo>
                    <a:pt x="12214466" y="9207504"/>
                  </a:lnTo>
                  <a:lnTo>
                    <a:pt x="12172744" y="9263803"/>
                  </a:lnTo>
                  <a:lnTo>
                    <a:pt x="12125633" y="9315785"/>
                  </a:lnTo>
                  <a:lnTo>
                    <a:pt x="12073702" y="9362849"/>
                  </a:lnTo>
                  <a:lnTo>
                    <a:pt x="12017392" y="9404583"/>
                  </a:lnTo>
                  <a:lnTo>
                    <a:pt x="11957220" y="9440666"/>
                  </a:lnTo>
                  <a:lnTo>
                    <a:pt x="11893865" y="9470616"/>
                  </a:lnTo>
                  <a:lnTo>
                    <a:pt x="11827863" y="9494247"/>
                  </a:lnTo>
                  <a:lnTo>
                    <a:pt x="11759850" y="9511272"/>
                  </a:lnTo>
                  <a:lnTo>
                    <a:pt x="11690508" y="9521560"/>
                  </a:lnTo>
                  <a:lnTo>
                    <a:pt x="11620500" y="9524987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80390" y="381011"/>
              <a:ext cx="12334875" cy="9525000"/>
            </a:xfrm>
            <a:custGeom>
              <a:avLst/>
              <a:gdLst/>
              <a:ahLst/>
              <a:cxnLst/>
              <a:rect l="l" t="t" r="r" b="b"/>
              <a:pathLst>
                <a:path w="12334875" h="9525000">
                  <a:moveTo>
                    <a:pt x="714375" y="0"/>
                  </a:moveTo>
                  <a:lnTo>
                    <a:pt x="11620500" y="0"/>
                  </a:lnTo>
                </a:path>
                <a:path w="12334875" h="9525000">
                  <a:moveTo>
                    <a:pt x="12334859" y="714375"/>
                  </a:moveTo>
                  <a:lnTo>
                    <a:pt x="12334859" y="8810624"/>
                  </a:lnTo>
                </a:path>
                <a:path w="12334875" h="9525000">
                  <a:moveTo>
                    <a:pt x="11620500" y="9524987"/>
                  </a:moveTo>
                  <a:lnTo>
                    <a:pt x="714375" y="9524987"/>
                  </a:lnTo>
                </a:path>
                <a:path w="12334875" h="9525000">
                  <a:moveTo>
                    <a:pt x="0" y="8810625"/>
                  </a:moveTo>
                  <a:lnTo>
                    <a:pt x="0" y="714375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128388" y="969292"/>
            <a:ext cx="939800" cy="10052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400" spc="-515">
                <a:solidFill>
                  <a:srgbClr val="FFFFFF"/>
                </a:solidFill>
                <a:latin typeface="Lucida Sans Unicode"/>
                <a:cs typeface="Lucida Sans Unicode"/>
              </a:rPr>
              <a:t>04</a:t>
            </a:r>
            <a:endParaRPr sz="6400">
              <a:latin typeface="Lucida Sans Unicode"/>
              <a:cs typeface="Lucida Sans Unicode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205394" y="0"/>
            <a:ext cx="18082895" cy="10287000"/>
            <a:chOff x="205394" y="0"/>
            <a:chExt cx="18082895" cy="10287000"/>
          </a:xfrm>
        </p:grpSpPr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210410" y="0"/>
              <a:ext cx="6077590" cy="1028700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449300" y="778309"/>
              <a:ext cx="4057436" cy="8724896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544294" y="763594"/>
              <a:ext cx="1847849" cy="342899"/>
            </a:xfrm>
            <a:prstGeom prst="rect">
              <a:avLst/>
            </a:prstGeom>
          </p:spPr>
        </p:pic>
        <p:pic>
          <p:nvPicPr>
            <p:cNvPr id="19" name="object 19" descr="">
              <a:hlinkClick r:id="rId9"/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5394" y="9606991"/>
              <a:ext cx="771524" cy="466709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720850">
              <a:lnSpc>
                <a:spcPct val="100000"/>
              </a:lnSpc>
              <a:spcBef>
                <a:spcPts val="125"/>
              </a:spcBef>
            </a:pPr>
            <a:r>
              <a:rPr dirty="0" spc="-360"/>
              <a:t>Market</a:t>
            </a:r>
            <a:r>
              <a:rPr dirty="0" spc="-450"/>
              <a:t> </a:t>
            </a:r>
            <a:r>
              <a:rPr dirty="0" spc="-425"/>
              <a:t>Size</a:t>
            </a:r>
          </a:p>
        </p:txBody>
      </p:sp>
      <p:sp>
        <p:nvSpPr>
          <p:cNvPr id="21" name="object 21" descr=""/>
          <p:cNvSpPr txBox="1"/>
          <p:nvPr/>
        </p:nvSpPr>
        <p:spPr>
          <a:xfrm>
            <a:off x="2096223" y="3399049"/>
            <a:ext cx="9367520" cy="1673225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2900">
                <a:solidFill>
                  <a:srgbClr val="FFFFFF"/>
                </a:solidFill>
                <a:latin typeface="Arial MT"/>
                <a:cs typeface="Arial MT"/>
              </a:rPr>
              <a:t>~3</a:t>
            </a:r>
            <a:r>
              <a:rPr dirty="0" sz="29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00" spc="-50">
                <a:solidFill>
                  <a:srgbClr val="FFFFFF"/>
                </a:solidFill>
                <a:latin typeface="Tahoma"/>
                <a:cs typeface="Tahoma"/>
              </a:rPr>
              <a:t>million</a:t>
            </a:r>
            <a:r>
              <a:rPr dirty="0" sz="29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85">
                <a:solidFill>
                  <a:srgbClr val="FFFFFF"/>
                </a:solidFill>
                <a:latin typeface="Tahoma"/>
                <a:cs typeface="Tahoma"/>
              </a:rPr>
              <a:t>Indian</a:t>
            </a:r>
            <a:r>
              <a:rPr dirty="0" sz="29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35">
                <a:solidFill>
                  <a:srgbClr val="FFFFFF"/>
                </a:solidFill>
                <a:latin typeface="Tahoma"/>
                <a:cs typeface="Tahoma"/>
              </a:rPr>
              <a:t>engineering</a:t>
            </a:r>
            <a:r>
              <a:rPr dirty="0" sz="29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45">
                <a:solidFill>
                  <a:srgbClr val="FFFFFF"/>
                </a:solidFill>
                <a:latin typeface="Tahoma"/>
                <a:cs typeface="Tahoma"/>
              </a:rPr>
              <a:t>st</a:t>
            </a:r>
            <a:r>
              <a:rPr dirty="0" sz="2900" spc="45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900" spc="45">
                <a:solidFill>
                  <a:srgbClr val="FFFFFF"/>
                </a:solidFill>
                <a:latin typeface="Tahoma"/>
                <a:cs typeface="Tahoma"/>
              </a:rPr>
              <a:t>dents</a:t>
            </a:r>
            <a:r>
              <a:rPr dirty="0" sz="290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175">
                <a:solidFill>
                  <a:srgbClr val="FFFFFF"/>
                </a:solidFill>
                <a:latin typeface="Arial MT"/>
                <a:cs typeface="Arial MT"/>
              </a:rPr>
              <a:t>(</a:t>
            </a:r>
            <a:r>
              <a:rPr dirty="0" sz="2900" spc="-175">
                <a:solidFill>
                  <a:srgbClr val="FFFFFF"/>
                </a:solidFill>
                <a:latin typeface="Lucida Sans Unicode"/>
                <a:cs typeface="Lucida Sans Unicode"/>
              </a:rPr>
              <a:t>immediate</a:t>
            </a:r>
            <a:r>
              <a:rPr dirty="0" sz="29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0">
                <a:solidFill>
                  <a:srgbClr val="FFFFFF"/>
                </a:solidFill>
                <a:latin typeface="Lucida Sans Unicode"/>
                <a:cs typeface="Lucida Sans Unicode"/>
              </a:rPr>
              <a:t>market</a:t>
            </a:r>
            <a:r>
              <a:rPr dirty="0" sz="2900" spc="-10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endParaRPr sz="2900">
              <a:latin typeface="Arial MT"/>
              <a:cs typeface="Arial MT"/>
            </a:endParaRPr>
          </a:p>
          <a:p>
            <a:pPr marL="12700" marR="163830">
              <a:lnSpc>
                <a:spcPct val="122800"/>
              </a:lnSpc>
              <a:spcBef>
                <a:spcPts val="75"/>
              </a:spcBef>
            </a:pPr>
            <a:r>
              <a:rPr dirty="0" sz="2900" spc="-195">
                <a:solidFill>
                  <a:srgbClr val="FFFFFF"/>
                </a:solidFill>
                <a:latin typeface="Arial MT"/>
                <a:cs typeface="Arial MT"/>
              </a:rPr>
              <a:t>1.5</a:t>
            </a:r>
            <a:r>
              <a:rPr dirty="0" sz="29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00" spc="-50">
                <a:solidFill>
                  <a:srgbClr val="FFFFFF"/>
                </a:solidFill>
                <a:latin typeface="Tahoma"/>
                <a:cs typeface="Tahoma"/>
              </a:rPr>
              <a:t>million</a:t>
            </a:r>
            <a:r>
              <a:rPr dirty="0" sz="29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20">
                <a:solidFill>
                  <a:srgbClr val="FFFFFF"/>
                </a:solidFill>
                <a:latin typeface="Tahoma"/>
                <a:cs typeface="Tahoma"/>
              </a:rPr>
              <a:t>ann</a:t>
            </a:r>
            <a:r>
              <a:rPr dirty="0" sz="2900" spc="-2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900" spc="-20">
                <a:solidFill>
                  <a:srgbClr val="FFFFFF"/>
                </a:solidFill>
                <a:latin typeface="Tahoma"/>
                <a:cs typeface="Tahoma"/>
              </a:rPr>
              <a:t>al</a:t>
            </a:r>
            <a:r>
              <a:rPr dirty="0" sz="29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>
                <a:solidFill>
                  <a:srgbClr val="FFFFFF"/>
                </a:solidFill>
                <a:latin typeface="Tahoma"/>
                <a:cs typeface="Tahoma"/>
              </a:rPr>
              <a:t>grad</a:t>
            </a:r>
            <a:r>
              <a:rPr dirty="0" sz="290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900">
                <a:solidFill>
                  <a:srgbClr val="FFFFFF"/>
                </a:solidFill>
                <a:latin typeface="Tahoma"/>
                <a:cs typeface="Tahoma"/>
              </a:rPr>
              <a:t>ates</a:t>
            </a:r>
            <a:r>
              <a:rPr dirty="0" sz="29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120">
                <a:solidFill>
                  <a:srgbClr val="FFFFFF"/>
                </a:solidFill>
                <a:latin typeface="Arial MT"/>
                <a:cs typeface="Arial MT"/>
              </a:rPr>
              <a:t>(</a:t>
            </a:r>
            <a:r>
              <a:rPr dirty="0" sz="2900" spc="-120">
                <a:solidFill>
                  <a:srgbClr val="FFFFFF"/>
                </a:solidFill>
                <a:latin typeface="Lucida Sans Unicode"/>
                <a:cs typeface="Lucida Sans Unicode"/>
              </a:rPr>
              <a:t>rec</a:t>
            </a:r>
            <a:r>
              <a:rPr dirty="0" sz="2900" spc="-12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900" spc="-120">
                <a:solidFill>
                  <a:srgbClr val="FFFFFF"/>
                </a:solidFill>
                <a:latin typeface="Lucida Sans Unicode"/>
                <a:cs typeface="Lucida Sans Unicode"/>
              </a:rPr>
              <a:t>rring</a:t>
            </a:r>
            <a:r>
              <a:rPr dirty="0" sz="29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Lucida Sans Unicode"/>
                <a:cs typeface="Lucida Sans Unicode"/>
              </a:rPr>
              <a:t>market</a:t>
            </a:r>
            <a:r>
              <a:rPr dirty="0" sz="2900" spc="-10">
                <a:solidFill>
                  <a:srgbClr val="FFFFFF"/>
                </a:solidFill>
                <a:latin typeface="Arial MT"/>
                <a:cs typeface="Arial MT"/>
              </a:rPr>
              <a:t>) </a:t>
            </a:r>
            <a:r>
              <a:rPr dirty="0" sz="2900">
                <a:solidFill>
                  <a:srgbClr val="FFFFFF"/>
                </a:solidFill>
                <a:latin typeface="Tahoma"/>
                <a:cs typeface="Tahoma"/>
              </a:rPr>
              <a:t>Instit</a:t>
            </a:r>
            <a:r>
              <a:rPr dirty="0" sz="290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900">
                <a:solidFill>
                  <a:srgbClr val="FFFFFF"/>
                </a:solidFill>
                <a:latin typeface="Tahoma"/>
                <a:cs typeface="Tahoma"/>
              </a:rPr>
              <a:t>tional</a:t>
            </a:r>
            <a:r>
              <a:rPr dirty="0" sz="2900" spc="-229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Tahoma"/>
                <a:cs typeface="Tahoma"/>
              </a:rPr>
              <a:t>market</a:t>
            </a:r>
            <a:r>
              <a:rPr dirty="0" sz="2900" spc="-1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dirty="0" sz="29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00">
                <a:solidFill>
                  <a:srgbClr val="FFFFFF"/>
                </a:solidFill>
                <a:latin typeface="Arial MT"/>
                <a:cs typeface="Arial MT"/>
              </a:rPr>
              <a:t>6,000+</a:t>
            </a:r>
            <a:r>
              <a:rPr dirty="0" sz="290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00" spc="-175">
                <a:solidFill>
                  <a:srgbClr val="FFFFFF"/>
                </a:solidFill>
                <a:latin typeface="Lucida Sans Unicode"/>
                <a:cs typeface="Lucida Sans Unicode"/>
              </a:rPr>
              <a:t>engineering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35">
                <a:solidFill>
                  <a:srgbClr val="FFFFFF"/>
                </a:solidFill>
                <a:latin typeface="Lucida Sans Unicode"/>
                <a:cs typeface="Lucida Sans Unicode"/>
              </a:rPr>
              <a:t>colleges</a:t>
            </a:r>
            <a:r>
              <a:rPr dirty="0" sz="29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215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45">
                <a:solidFill>
                  <a:srgbClr val="FFFFFF"/>
                </a:solidFill>
                <a:latin typeface="Lucida Sans Unicode"/>
                <a:cs typeface="Lucida Sans Unicode"/>
              </a:rPr>
              <a:t>Indi</a:t>
            </a:r>
            <a:r>
              <a:rPr dirty="0" sz="2900" spc="-145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endParaRPr sz="2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11"/>
            <a:ext cx="18288000" cy="10287000"/>
            <a:chOff x="0" y="11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13049250" y="384898"/>
              <a:ext cx="4857750" cy="9525000"/>
            </a:xfrm>
            <a:custGeom>
              <a:avLst/>
              <a:gdLst/>
              <a:ahLst/>
              <a:cxnLst/>
              <a:rect l="l" t="t" r="r" b="b"/>
              <a:pathLst>
                <a:path w="4857750" h="9525000">
                  <a:moveTo>
                    <a:pt x="485775" y="9525002"/>
                  </a:moveTo>
                  <a:lnTo>
                    <a:pt x="4371975" y="9525003"/>
                  </a:lnTo>
                  <a:lnTo>
                    <a:pt x="4419590" y="9522671"/>
                  </a:lnTo>
                  <a:lnTo>
                    <a:pt x="4466747" y="9515677"/>
                  </a:lnTo>
                  <a:lnTo>
                    <a:pt x="4512988" y="9504083"/>
                  </a:lnTo>
                  <a:lnTo>
                    <a:pt x="4557873" y="9488024"/>
                  </a:lnTo>
                  <a:lnTo>
                    <a:pt x="4600967" y="9467639"/>
                  </a:lnTo>
                  <a:lnTo>
                    <a:pt x="4641858" y="9443134"/>
                  </a:lnTo>
                  <a:lnTo>
                    <a:pt x="4680151" y="9414733"/>
                  </a:lnTo>
                  <a:lnTo>
                    <a:pt x="4715472" y="9382719"/>
                  </a:lnTo>
                  <a:lnTo>
                    <a:pt x="4747492" y="9347404"/>
                  </a:lnTo>
                  <a:lnTo>
                    <a:pt x="4775884" y="9309107"/>
                  </a:lnTo>
                  <a:lnTo>
                    <a:pt x="4800389" y="9268215"/>
                  </a:lnTo>
                  <a:lnTo>
                    <a:pt x="4820771" y="9225124"/>
                  </a:lnTo>
                  <a:lnTo>
                    <a:pt x="4836843" y="9180236"/>
                  </a:lnTo>
                  <a:lnTo>
                    <a:pt x="4848426" y="9133991"/>
                  </a:lnTo>
                  <a:lnTo>
                    <a:pt x="4855417" y="9086841"/>
                  </a:lnTo>
                  <a:lnTo>
                    <a:pt x="4857749" y="9039225"/>
                  </a:lnTo>
                  <a:lnTo>
                    <a:pt x="4857750" y="485775"/>
                  </a:lnTo>
                  <a:lnTo>
                    <a:pt x="4857167" y="461939"/>
                  </a:lnTo>
                  <a:lnTo>
                    <a:pt x="4852500" y="414496"/>
                  </a:lnTo>
                  <a:lnTo>
                    <a:pt x="4843201" y="367739"/>
                  </a:lnTo>
                  <a:lnTo>
                    <a:pt x="4829358" y="322120"/>
                  </a:lnTo>
                  <a:lnTo>
                    <a:pt x="4811109" y="278080"/>
                  </a:lnTo>
                  <a:lnTo>
                    <a:pt x="4788636" y="236037"/>
                  </a:lnTo>
                  <a:lnTo>
                    <a:pt x="4762159" y="196395"/>
                  </a:lnTo>
                  <a:lnTo>
                    <a:pt x="4731915" y="159544"/>
                  </a:lnTo>
                  <a:lnTo>
                    <a:pt x="4698204" y="125837"/>
                  </a:lnTo>
                  <a:lnTo>
                    <a:pt x="4661354" y="95592"/>
                  </a:lnTo>
                  <a:lnTo>
                    <a:pt x="4621716" y="69107"/>
                  </a:lnTo>
                  <a:lnTo>
                    <a:pt x="4579671" y="46638"/>
                  </a:lnTo>
                  <a:lnTo>
                    <a:pt x="4535628" y="28394"/>
                  </a:lnTo>
                  <a:lnTo>
                    <a:pt x="4490010" y="14552"/>
                  </a:lnTo>
                  <a:lnTo>
                    <a:pt x="4443253" y="5254"/>
                  </a:lnTo>
                  <a:lnTo>
                    <a:pt x="4395811" y="580"/>
                  </a:lnTo>
                  <a:lnTo>
                    <a:pt x="4371975" y="0"/>
                  </a:lnTo>
                  <a:lnTo>
                    <a:pt x="485775" y="0"/>
                  </a:lnTo>
                  <a:lnTo>
                    <a:pt x="438159" y="2332"/>
                  </a:lnTo>
                  <a:lnTo>
                    <a:pt x="391001" y="9332"/>
                  </a:lnTo>
                  <a:lnTo>
                    <a:pt x="344764" y="20907"/>
                  </a:lnTo>
                  <a:lnTo>
                    <a:pt x="299873" y="36970"/>
                  </a:lnTo>
                  <a:lnTo>
                    <a:pt x="256780" y="57352"/>
                  </a:lnTo>
                  <a:lnTo>
                    <a:pt x="215892" y="81864"/>
                  </a:lnTo>
                  <a:lnTo>
                    <a:pt x="177599" y="110260"/>
                  </a:lnTo>
                  <a:lnTo>
                    <a:pt x="142281" y="142276"/>
                  </a:lnTo>
                  <a:lnTo>
                    <a:pt x="110260" y="177593"/>
                  </a:lnTo>
                  <a:lnTo>
                    <a:pt x="81867" y="215892"/>
                  </a:lnTo>
                  <a:lnTo>
                    <a:pt x="57360" y="256782"/>
                  </a:lnTo>
                  <a:lnTo>
                    <a:pt x="36972" y="299874"/>
                  </a:lnTo>
                  <a:lnTo>
                    <a:pt x="20908" y="344759"/>
                  </a:lnTo>
                  <a:lnTo>
                    <a:pt x="9326" y="391003"/>
                  </a:lnTo>
                  <a:lnTo>
                    <a:pt x="2331" y="438159"/>
                  </a:lnTo>
                  <a:lnTo>
                    <a:pt x="0" y="485775"/>
                  </a:lnTo>
                  <a:lnTo>
                    <a:pt x="0" y="9039225"/>
                  </a:lnTo>
                  <a:lnTo>
                    <a:pt x="2331" y="9086841"/>
                  </a:lnTo>
                  <a:lnTo>
                    <a:pt x="9324" y="9133991"/>
                  </a:lnTo>
                  <a:lnTo>
                    <a:pt x="20910" y="9180235"/>
                  </a:lnTo>
                  <a:lnTo>
                    <a:pt x="36977" y="9225124"/>
                  </a:lnTo>
                  <a:lnTo>
                    <a:pt x="57360" y="9268215"/>
                  </a:lnTo>
                  <a:lnTo>
                    <a:pt x="81865" y="9309107"/>
                  </a:lnTo>
                  <a:lnTo>
                    <a:pt x="110259" y="9347406"/>
                  </a:lnTo>
                  <a:lnTo>
                    <a:pt x="142279" y="9382721"/>
                  </a:lnTo>
                  <a:lnTo>
                    <a:pt x="177599" y="9414734"/>
                  </a:lnTo>
                  <a:lnTo>
                    <a:pt x="215892" y="9443135"/>
                  </a:lnTo>
                  <a:lnTo>
                    <a:pt x="256783" y="9467642"/>
                  </a:lnTo>
                  <a:lnTo>
                    <a:pt x="299871" y="9488034"/>
                  </a:lnTo>
                  <a:lnTo>
                    <a:pt x="344757" y="9504083"/>
                  </a:lnTo>
                  <a:lnTo>
                    <a:pt x="390999" y="9515676"/>
                  </a:lnTo>
                  <a:lnTo>
                    <a:pt x="438158" y="9522670"/>
                  </a:lnTo>
                  <a:lnTo>
                    <a:pt x="485775" y="9525002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3535025" y="384898"/>
              <a:ext cx="3886200" cy="0"/>
            </a:xfrm>
            <a:custGeom>
              <a:avLst/>
              <a:gdLst/>
              <a:ahLst/>
              <a:cxnLst/>
              <a:rect l="l" t="t" r="r" b="b"/>
              <a:pathLst>
                <a:path w="3886200" h="0">
                  <a:moveTo>
                    <a:pt x="3886200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08838" y="422007"/>
              <a:ext cx="228014" cy="20845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3049250" y="870673"/>
              <a:ext cx="0" cy="8553450"/>
            </a:xfrm>
            <a:custGeom>
              <a:avLst/>
              <a:gdLst/>
              <a:ahLst/>
              <a:cxnLst/>
              <a:rect l="l" t="t" r="r" b="b"/>
              <a:pathLst>
                <a:path w="0" h="8553450">
                  <a:moveTo>
                    <a:pt x="0" y="0"/>
                  </a:moveTo>
                  <a:lnTo>
                    <a:pt x="0" y="855345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08835" y="9664333"/>
              <a:ext cx="206723" cy="197731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3535025" y="9909900"/>
              <a:ext cx="3886200" cy="0"/>
            </a:xfrm>
            <a:custGeom>
              <a:avLst/>
              <a:gdLst/>
              <a:ahLst/>
              <a:cxnLst/>
              <a:rect l="l" t="t" r="r" b="b"/>
              <a:pathLst>
                <a:path w="3886200" h="0">
                  <a:moveTo>
                    <a:pt x="0" y="0"/>
                  </a:moveTo>
                  <a:lnTo>
                    <a:pt x="388620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40692" y="9664333"/>
              <a:ext cx="206720" cy="197728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7907000" y="870673"/>
              <a:ext cx="0" cy="8553450"/>
            </a:xfrm>
            <a:custGeom>
              <a:avLst/>
              <a:gdLst/>
              <a:ahLst/>
              <a:cxnLst/>
              <a:rect l="l" t="t" r="r" b="b"/>
              <a:pathLst>
                <a:path w="0" h="8553450">
                  <a:moveTo>
                    <a:pt x="0" y="855345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40695" y="432727"/>
              <a:ext cx="206715" cy="197732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380390" y="381011"/>
              <a:ext cx="12334875" cy="9525000"/>
            </a:xfrm>
            <a:custGeom>
              <a:avLst/>
              <a:gdLst/>
              <a:ahLst/>
              <a:cxnLst/>
              <a:rect l="l" t="t" r="r" b="b"/>
              <a:pathLst>
                <a:path w="12334875" h="9525000">
                  <a:moveTo>
                    <a:pt x="11620500" y="9524987"/>
                  </a:moveTo>
                  <a:lnTo>
                    <a:pt x="714375" y="9524987"/>
                  </a:lnTo>
                  <a:lnTo>
                    <a:pt x="644354" y="9521558"/>
                  </a:lnTo>
                  <a:lnTo>
                    <a:pt x="575007" y="9511271"/>
                  </a:lnTo>
                  <a:lnTo>
                    <a:pt x="506999" y="9494244"/>
                  </a:lnTo>
                  <a:lnTo>
                    <a:pt x="440998" y="9470612"/>
                  </a:lnTo>
                  <a:lnTo>
                    <a:pt x="377621" y="9440644"/>
                  </a:lnTo>
                  <a:lnTo>
                    <a:pt x="317494" y="9404595"/>
                  </a:lnTo>
                  <a:lnTo>
                    <a:pt x="261178" y="9362848"/>
                  </a:lnTo>
                  <a:lnTo>
                    <a:pt x="209231" y="9315768"/>
                  </a:lnTo>
                  <a:lnTo>
                    <a:pt x="162147" y="9263822"/>
                  </a:lnTo>
                  <a:lnTo>
                    <a:pt x="120395" y="9207511"/>
                  </a:lnTo>
                  <a:lnTo>
                    <a:pt x="84347" y="9147384"/>
                  </a:lnTo>
                  <a:lnTo>
                    <a:pt x="54378" y="9084002"/>
                  </a:lnTo>
                  <a:lnTo>
                    <a:pt x="30751" y="9017996"/>
                  </a:lnTo>
                  <a:lnTo>
                    <a:pt x="13727" y="8949994"/>
                  </a:lnTo>
                  <a:lnTo>
                    <a:pt x="3430" y="8880644"/>
                  </a:lnTo>
                  <a:lnTo>
                    <a:pt x="0" y="8810625"/>
                  </a:lnTo>
                  <a:lnTo>
                    <a:pt x="0" y="714375"/>
                  </a:lnTo>
                  <a:lnTo>
                    <a:pt x="3431" y="644353"/>
                  </a:lnTo>
                  <a:lnTo>
                    <a:pt x="13725" y="575006"/>
                  </a:lnTo>
                  <a:lnTo>
                    <a:pt x="30752" y="507000"/>
                  </a:lnTo>
                  <a:lnTo>
                    <a:pt x="54378" y="440995"/>
                  </a:lnTo>
                  <a:lnTo>
                    <a:pt x="84344" y="377616"/>
                  </a:lnTo>
                  <a:lnTo>
                    <a:pt x="120393" y="317488"/>
                  </a:lnTo>
                  <a:lnTo>
                    <a:pt x="162148" y="261175"/>
                  </a:lnTo>
                  <a:lnTo>
                    <a:pt x="209236" y="209236"/>
                  </a:lnTo>
                  <a:lnTo>
                    <a:pt x="261174" y="162149"/>
                  </a:lnTo>
                  <a:lnTo>
                    <a:pt x="317488" y="120393"/>
                  </a:lnTo>
                  <a:lnTo>
                    <a:pt x="377616" y="84345"/>
                  </a:lnTo>
                  <a:lnTo>
                    <a:pt x="440995" y="54379"/>
                  </a:lnTo>
                  <a:lnTo>
                    <a:pt x="506999" y="30752"/>
                  </a:lnTo>
                  <a:lnTo>
                    <a:pt x="575006" y="13725"/>
                  </a:lnTo>
                  <a:lnTo>
                    <a:pt x="644352" y="3431"/>
                  </a:lnTo>
                  <a:lnTo>
                    <a:pt x="714375" y="0"/>
                  </a:lnTo>
                  <a:lnTo>
                    <a:pt x="11620500" y="0"/>
                  </a:lnTo>
                  <a:lnTo>
                    <a:pt x="11690509" y="3430"/>
                  </a:lnTo>
                  <a:lnTo>
                    <a:pt x="11759851" y="13724"/>
                  </a:lnTo>
                  <a:lnTo>
                    <a:pt x="11827862" y="30750"/>
                  </a:lnTo>
                  <a:lnTo>
                    <a:pt x="11893868" y="54376"/>
                  </a:lnTo>
                  <a:lnTo>
                    <a:pt x="11957223" y="84324"/>
                  </a:lnTo>
                  <a:lnTo>
                    <a:pt x="12017399" y="120405"/>
                  </a:lnTo>
                  <a:lnTo>
                    <a:pt x="12073705" y="162147"/>
                  </a:lnTo>
                  <a:lnTo>
                    <a:pt x="12125627" y="209218"/>
                  </a:lnTo>
                  <a:lnTo>
                    <a:pt x="12172745" y="261193"/>
                  </a:lnTo>
                  <a:lnTo>
                    <a:pt x="12214469" y="317496"/>
                  </a:lnTo>
                  <a:lnTo>
                    <a:pt x="12250508" y="377606"/>
                  </a:lnTo>
                  <a:lnTo>
                    <a:pt x="12280484" y="440996"/>
                  </a:lnTo>
                  <a:lnTo>
                    <a:pt x="12304117" y="506999"/>
                  </a:lnTo>
                  <a:lnTo>
                    <a:pt x="12321144" y="575010"/>
                  </a:lnTo>
                  <a:lnTo>
                    <a:pt x="12331431" y="644355"/>
                  </a:lnTo>
                  <a:lnTo>
                    <a:pt x="12334859" y="714375"/>
                  </a:lnTo>
                  <a:lnTo>
                    <a:pt x="12334859" y="8810625"/>
                  </a:lnTo>
                  <a:lnTo>
                    <a:pt x="12331431" y="8880642"/>
                  </a:lnTo>
                  <a:lnTo>
                    <a:pt x="12321142" y="8949992"/>
                  </a:lnTo>
                  <a:lnTo>
                    <a:pt x="12304117" y="9017996"/>
                  </a:lnTo>
                  <a:lnTo>
                    <a:pt x="12280484" y="9084001"/>
                  </a:lnTo>
                  <a:lnTo>
                    <a:pt x="12250506" y="9147393"/>
                  </a:lnTo>
                  <a:lnTo>
                    <a:pt x="12214466" y="9207504"/>
                  </a:lnTo>
                  <a:lnTo>
                    <a:pt x="12172744" y="9263803"/>
                  </a:lnTo>
                  <a:lnTo>
                    <a:pt x="12125633" y="9315785"/>
                  </a:lnTo>
                  <a:lnTo>
                    <a:pt x="12073702" y="9362849"/>
                  </a:lnTo>
                  <a:lnTo>
                    <a:pt x="12017392" y="9404583"/>
                  </a:lnTo>
                  <a:lnTo>
                    <a:pt x="11957220" y="9440666"/>
                  </a:lnTo>
                  <a:lnTo>
                    <a:pt x="11893865" y="9470616"/>
                  </a:lnTo>
                  <a:lnTo>
                    <a:pt x="11827863" y="9494247"/>
                  </a:lnTo>
                  <a:lnTo>
                    <a:pt x="11759850" y="9511272"/>
                  </a:lnTo>
                  <a:lnTo>
                    <a:pt x="11690508" y="9521560"/>
                  </a:lnTo>
                  <a:lnTo>
                    <a:pt x="11620500" y="9524987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80390" y="381011"/>
              <a:ext cx="12334875" cy="9525000"/>
            </a:xfrm>
            <a:custGeom>
              <a:avLst/>
              <a:gdLst/>
              <a:ahLst/>
              <a:cxnLst/>
              <a:rect l="l" t="t" r="r" b="b"/>
              <a:pathLst>
                <a:path w="12334875" h="9525000">
                  <a:moveTo>
                    <a:pt x="714375" y="0"/>
                  </a:moveTo>
                  <a:lnTo>
                    <a:pt x="11620500" y="0"/>
                  </a:lnTo>
                </a:path>
                <a:path w="12334875" h="9525000">
                  <a:moveTo>
                    <a:pt x="12334859" y="714375"/>
                  </a:moveTo>
                  <a:lnTo>
                    <a:pt x="12334859" y="8810624"/>
                  </a:lnTo>
                </a:path>
                <a:path w="12334875" h="9525000">
                  <a:moveTo>
                    <a:pt x="11620500" y="9524987"/>
                  </a:moveTo>
                  <a:lnTo>
                    <a:pt x="714375" y="9524987"/>
                  </a:lnTo>
                </a:path>
                <a:path w="12334875" h="9525000">
                  <a:moveTo>
                    <a:pt x="0" y="8810625"/>
                  </a:moveTo>
                  <a:lnTo>
                    <a:pt x="0" y="714375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126206" y="7010569"/>
            <a:ext cx="9215120" cy="24739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050" spc="-1620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dirty="0" sz="16050" spc="-1864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16050" spc="-1595">
                <a:solidFill>
                  <a:srgbClr val="FFFFFF"/>
                </a:solidFill>
                <a:latin typeface="Lucida Sans Unicode"/>
                <a:cs typeface="Lucida Sans Unicode"/>
              </a:rPr>
              <a:t>x</a:t>
            </a:r>
            <a:r>
              <a:rPr dirty="0" sz="16050" spc="-894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16050" spc="-17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050" spc="-869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dirty="0" sz="16050" spc="-95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16050" spc="-94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16050" spc="-1025">
                <a:solidFill>
                  <a:srgbClr val="FFFFFF"/>
                </a:solidFill>
                <a:latin typeface="Lucida Sans Unicode"/>
                <a:cs typeface="Lucida Sans Unicode"/>
              </a:rPr>
              <a:t>p</a:t>
            </a:r>
            <a:r>
              <a:rPr dirty="0" sz="16050" spc="-29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endParaRPr sz="16050">
              <a:latin typeface="Lucida Sans Unicode"/>
              <a:cs typeface="Lucida Sans Unicode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128388" y="969292"/>
            <a:ext cx="939800" cy="10052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400" spc="-515">
                <a:solidFill>
                  <a:srgbClr val="FFFFFF"/>
                </a:solidFill>
                <a:latin typeface="Lucida Sans Unicode"/>
                <a:cs typeface="Lucida Sans Unicode"/>
              </a:rPr>
              <a:t>04</a:t>
            </a:r>
            <a:endParaRPr sz="6400">
              <a:latin typeface="Lucida Sans Unicode"/>
              <a:cs typeface="Lucida Sans Unicode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205394" y="763594"/>
            <a:ext cx="17550130" cy="9310370"/>
            <a:chOff x="205394" y="763594"/>
            <a:chExt cx="17550130" cy="9310370"/>
          </a:xfrm>
        </p:grpSpPr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544294" y="763594"/>
              <a:ext cx="1847849" cy="342899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497519" y="765547"/>
              <a:ext cx="4257659" cy="8724887"/>
            </a:xfrm>
            <a:prstGeom prst="rect">
              <a:avLst/>
            </a:prstGeom>
          </p:spPr>
        </p:pic>
        <p:pic>
          <p:nvPicPr>
            <p:cNvPr id="19" name="object 19" descr="">
              <a:hlinkClick r:id="rId8"/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5394" y="9606990"/>
              <a:ext cx="771524" cy="466709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1958142" y="3120565"/>
            <a:ext cx="7945755" cy="207454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4305"/>
              </a:lnSpc>
              <a:spcBef>
                <a:spcPts val="114"/>
              </a:spcBef>
            </a:pPr>
            <a:r>
              <a:rPr dirty="0" sz="4000" spc="-370">
                <a:solidFill>
                  <a:srgbClr val="FFFFFF"/>
                </a:solidFill>
                <a:latin typeface="Arial MT"/>
                <a:cs typeface="Arial MT"/>
              </a:rPr>
              <a:t>1:</a:t>
            </a:r>
            <a:r>
              <a:rPr dirty="0" sz="4000" spc="-1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50" spc="-75">
                <a:solidFill>
                  <a:srgbClr val="FFFFFF"/>
                </a:solidFill>
                <a:latin typeface="Tahoma"/>
                <a:cs typeface="Tahoma"/>
              </a:rPr>
              <a:t>Protot</a:t>
            </a:r>
            <a:r>
              <a:rPr dirty="0" sz="4000" spc="-75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4050" spc="-75">
                <a:solidFill>
                  <a:srgbClr val="FFFFFF"/>
                </a:solidFill>
                <a:latin typeface="Tahoma"/>
                <a:cs typeface="Tahoma"/>
              </a:rPr>
              <a:t>pe</a:t>
            </a:r>
            <a:r>
              <a:rPr dirty="0" sz="4050" spc="-3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4050" spc="-185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4000" spc="-185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4050" spc="-185">
                <a:solidFill>
                  <a:srgbClr val="FFFFFF"/>
                </a:solidFill>
                <a:latin typeface="Tahoma"/>
                <a:cs typeface="Tahoma"/>
              </a:rPr>
              <a:t>elopment</a:t>
            </a:r>
            <a:r>
              <a:rPr dirty="0" sz="4050" spc="-3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4000">
                <a:solidFill>
                  <a:srgbClr val="FFFFFF"/>
                </a:solidFill>
                <a:latin typeface="Arial MT"/>
                <a:cs typeface="Arial MT"/>
              </a:rPr>
              <a:t>(3</a:t>
            </a:r>
            <a:r>
              <a:rPr dirty="0" sz="4000" spc="-1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50" spc="-10">
                <a:solidFill>
                  <a:srgbClr val="FFFFFF"/>
                </a:solidFill>
                <a:latin typeface="Tahoma"/>
                <a:cs typeface="Tahoma"/>
              </a:rPr>
              <a:t>months</a:t>
            </a:r>
            <a:r>
              <a:rPr dirty="0" sz="4000" spc="-1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endParaRPr sz="4000">
              <a:latin typeface="Arial MT"/>
              <a:cs typeface="Arial MT"/>
            </a:endParaRPr>
          </a:p>
          <a:p>
            <a:pPr marL="12700">
              <a:lnSpc>
                <a:spcPts val="3750"/>
              </a:lnSpc>
            </a:pPr>
            <a:r>
              <a:rPr dirty="0" sz="4000" spc="-130">
                <a:solidFill>
                  <a:srgbClr val="FFFFFF"/>
                </a:solidFill>
                <a:latin typeface="Arial MT"/>
                <a:cs typeface="Arial MT"/>
              </a:rPr>
              <a:t>2:</a:t>
            </a:r>
            <a:r>
              <a:rPr dirty="0" sz="4000" spc="-2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50" spc="-75">
                <a:solidFill>
                  <a:srgbClr val="FFFFFF"/>
                </a:solidFill>
                <a:latin typeface="Tahoma"/>
                <a:cs typeface="Tahoma"/>
              </a:rPr>
              <a:t>Beta</a:t>
            </a:r>
            <a:r>
              <a:rPr dirty="0" sz="4050" spc="-3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4050" spc="-65">
                <a:solidFill>
                  <a:srgbClr val="FFFFFF"/>
                </a:solidFill>
                <a:latin typeface="Tahoma"/>
                <a:cs typeface="Tahoma"/>
              </a:rPr>
              <a:t>La</a:t>
            </a:r>
            <a:r>
              <a:rPr dirty="0" sz="4000" spc="-65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4050" spc="-65">
                <a:solidFill>
                  <a:srgbClr val="FFFFFF"/>
                </a:solidFill>
                <a:latin typeface="Tahoma"/>
                <a:cs typeface="Tahoma"/>
              </a:rPr>
              <a:t>nch</a:t>
            </a:r>
            <a:r>
              <a:rPr dirty="0" sz="4050" spc="-3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4000">
                <a:solidFill>
                  <a:srgbClr val="FFFFFF"/>
                </a:solidFill>
                <a:latin typeface="Arial MT"/>
                <a:cs typeface="Arial MT"/>
              </a:rPr>
              <a:t>(2</a:t>
            </a:r>
            <a:r>
              <a:rPr dirty="0" sz="4000" spc="-2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50" spc="-10">
                <a:solidFill>
                  <a:srgbClr val="FFFFFF"/>
                </a:solidFill>
                <a:latin typeface="Tahoma"/>
                <a:cs typeface="Tahoma"/>
              </a:rPr>
              <a:t>months</a:t>
            </a:r>
            <a:r>
              <a:rPr dirty="0" sz="4000" spc="-1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endParaRPr sz="4000">
              <a:latin typeface="Arial MT"/>
              <a:cs typeface="Arial MT"/>
            </a:endParaRPr>
          </a:p>
          <a:p>
            <a:pPr marL="12700">
              <a:lnSpc>
                <a:spcPts val="3750"/>
              </a:lnSpc>
            </a:pPr>
            <a:r>
              <a:rPr dirty="0" sz="4000" spc="-114">
                <a:solidFill>
                  <a:srgbClr val="FFFFFF"/>
                </a:solidFill>
                <a:latin typeface="Arial MT"/>
                <a:cs typeface="Arial MT"/>
              </a:rPr>
              <a:t>3:</a:t>
            </a:r>
            <a:r>
              <a:rPr dirty="0" sz="4000" spc="-20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50" spc="-95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4000" spc="-95">
                <a:solidFill>
                  <a:srgbClr val="FFFFFF"/>
                </a:solidFill>
                <a:latin typeface="Arial MT"/>
                <a:cs typeface="Arial MT"/>
              </a:rPr>
              <a:t>x</a:t>
            </a:r>
            <a:r>
              <a:rPr dirty="0" sz="4050" spc="-95">
                <a:solidFill>
                  <a:srgbClr val="FFFFFF"/>
                </a:solidFill>
                <a:latin typeface="Tahoma"/>
                <a:cs typeface="Tahoma"/>
              </a:rPr>
              <a:t>pansion</a:t>
            </a:r>
            <a:r>
              <a:rPr dirty="0" sz="4050" spc="-3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4000">
                <a:solidFill>
                  <a:srgbClr val="FFFFFF"/>
                </a:solidFill>
                <a:latin typeface="Arial MT"/>
                <a:cs typeface="Arial MT"/>
              </a:rPr>
              <a:t>(3</a:t>
            </a:r>
            <a:r>
              <a:rPr dirty="0" sz="4000" spc="-2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50" spc="-10">
                <a:solidFill>
                  <a:srgbClr val="FFFFFF"/>
                </a:solidFill>
                <a:latin typeface="Tahoma"/>
                <a:cs typeface="Tahoma"/>
              </a:rPr>
              <a:t>months</a:t>
            </a:r>
            <a:r>
              <a:rPr dirty="0" sz="4000" spc="-1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endParaRPr sz="4000">
              <a:latin typeface="Arial MT"/>
              <a:cs typeface="Arial MT"/>
            </a:endParaRPr>
          </a:p>
          <a:p>
            <a:pPr marL="12700">
              <a:lnSpc>
                <a:spcPts val="4305"/>
              </a:lnSpc>
            </a:pPr>
            <a:r>
              <a:rPr dirty="0" sz="4000" spc="-50">
                <a:solidFill>
                  <a:srgbClr val="FFFFFF"/>
                </a:solidFill>
                <a:latin typeface="Arial MT"/>
                <a:cs typeface="Arial MT"/>
              </a:rPr>
              <a:t>4:</a:t>
            </a:r>
            <a:r>
              <a:rPr dirty="0" sz="4000" spc="-2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50" spc="-6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dirty="0" sz="4000" spc="-6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4050" spc="-60">
                <a:solidFill>
                  <a:srgbClr val="FFFFFF"/>
                </a:solidFill>
                <a:latin typeface="Tahoma"/>
                <a:cs typeface="Tahoma"/>
              </a:rPr>
              <a:t>blic</a:t>
            </a:r>
            <a:r>
              <a:rPr dirty="0" sz="4050" spc="-3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4050" spc="-10">
                <a:solidFill>
                  <a:srgbClr val="FFFFFF"/>
                </a:solidFill>
                <a:latin typeface="Tahoma"/>
                <a:cs typeface="Tahoma"/>
              </a:rPr>
              <a:t>La</a:t>
            </a:r>
            <a:r>
              <a:rPr dirty="0" sz="4000" spc="-1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4050" spc="-10">
                <a:solidFill>
                  <a:srgbClr val="FFFFFF"/>
                </a:solidFill>
                <a:latin typeface="Tahoma"/>
                <a:cs typeface="Tahoma"/>
              </a:rPr>
              <a:t>nch</a:t>
            </a:r>
            <a:endParaRPr sz="405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737235">
              <a:lnSpc>
                <a:spcPct val="100000"/>
              </a:lnSpc>
              <a:spcBef>
                <a:spcPts val="125"/>
              </a:spcBef>
            </a:pPr>
            <a:r>
              <a:rPr dirty="0" spc="-525"/>
              <a:t>Roadmap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380999" y="380999"/>
              <a:ext cx="2190750" cy="9525000"/>
            </a:xfrm>
            <a:custGeom>
              <a:avLst/>
              <a:gdLst/>
              <a:ahLst/>
              <a:cxnLst/>
              <a:rect l="l" t="t" r="r" b="b"/>
              <a:pathLst>
                <a:path w="2190750" h="9525000">
                  <a:moveTo>
                    <a:pt x="1478756" y="9525000"/>
                  </a:moveTo>
                  <a:lnTo>
                    <a:pt x="711994" y="9525000"/>
                  </a:lnTo>
                  <a:lnTo>
                    <a:pt x="642206" y="9521574"/>
                  </a:lnTo>
                  <a:lnTo>
                    <a:pt x="573092" y="9511314"/>
                  </a:lnTo>
                  <a:lnTo>
                    <a:pt x="505309" y="9494351"/>
                  </a:lnTo>
                  <a:lnTo>
                    <a:pt x="439524" y="9470806"/>
                  </a:lnTo>
                  <a:lnTo>
                    <a:pt x="376361" y="9440934"/>
                  </a:lnTo>
                  <a:lnTo>
                    <a:pt x="316433" y="9405001"/>
                  </a:lnTo>
                  <a:lnTo>
                    <a:pt x="260302" y="9363389"/>
                  </a:lnTo>
                  <a:lnTo>
                    <a:pt x="208540" y="9316458"/>
                  </a:lnTo>
                  <a:lnTo>
                    <a:pt x="161607" y="9264699"/>
                  </a:lnTo>
                  <a:lnTo>
                    <a:pt x="119999" y="9208565"/>
                  </a:lnTo>
                  <a:lnTo>
                    <a:pt x="84065" y="9148642"/>
                  </a:lnTo>
                  <a:lnTo>
                    <a:pt x="54193" y="9085470"/>
                  </a:lnTo>
                  <a:lnTo>
                    <a:pt x="30651" y="9019691"/>
                  </a:lnTo>
                  <a:lnTo>
                    <a:pt x="13678" y="8951910"/>
                  </a:lnTo>
                  <a:lnTo>
                    <a:pt x="3421" y="8882797"/>
                  </a:lnTo>
                  <a:lnTo>
                    <a:pt x="0" y="8813006"/>
                  </a:lnTo>
                  <a:lnTo>
                    <a:pt x="0" y="711993"/>
                  </a:lnTo>
                  <a:lnTo>
                    <a:pt x="3420" y="642205"/>
                  </a:lnTo>
                  <a:lnTo>
                    <a:pt x="13679" y="573090"/>
                  </a:lnTo>
                  <a:lnTo>
                    <a:pt x="30651" y="505310"/>
                  </a:lnTo>
                  <a:lnTo>
                    <a:pt x="54196" y="439525"/>
                  </a:lnTo>
                  <a:lnTo>
                    <a:pt x="84064" y="376358"/>
                  </a:lnTo>
                  <a:lnTo>
                    <a:pt x="119993" y="316431"/>
                  </a:lnTo>
                  <a:lnTo>
                    <a:pt x="161609" y="260304"/>
                  </a:lnTo>
                  <a:lnTo>
                    <a:pt x="208538" y="208538"/>
                  </a:lnTo>
                  <a:lnTo>
                    <a:pt x="260304" y="161609"/>
                  </a:lnTo>
                  <a:lnTo>
                    <a:pt x="316432" y="119993"/>
                  </a:lnTo>
                  <a:lnTo>
                    <a:pt x="376358" y="84063"/>
                  </a:lnTo>
                  <a:lnTo>
                    <a:pt x="439525" y="54196"/>
                  </a:lnTo>
                  <a:lnTo>
                    <a:pt x="505310" y="30650"/>
                  </a:lnTo>
                  <a:lnTo>
                    <a:pt x="573090" y="13679"/>
                  </a:lnTo>
                  <a:lnTo>
                    <a:pt x="642205" y="3419"/>
                  </a:lnTo>
                  <a:lnTo>
                    <a:pt x="711994" y="0"/>
                  </a:lnTo>
                  <a:lnTo>
                    <a:pt x="1478755" y="0"/>
                  </a:lnTo>
                  <a:lnTo>
                    <a:pt x="1513690" y="853"/>
                  </a:lnTo>
                  <a:lnTo>
                    <a:pt x="1583228" y="7699"/>
                  </a:lnTo>
                  <a:lnTo>
                    <a:pt x="1651757" y="21334"/>
                  </a:lnTo>
                  <a:lnTo>
                    <a:pt x="1718624" y="41616"/>
                  </a:lnTo>
                  <a:lnTo>
                    <a:pt x="1783174" y="68355"/>
                  </a:lnTo>
                  <a:lnTo>
                    <a:pt x="1844796" y="101291"/>
                  </a:lnTo>
                  <a:lnTo>
                    <a:pt x="1902890" y="140111"/>
                  </a:lnTo>
                  <a:lnTo>
                    <a:pt x="1956905" y="184436"/>
                  </a:lnTo>
                  <a:lnTo>
                    <a:pt x="2006310" y="233845"/>
                  </a:lnTo>
                  <a:lnTo>
                    <a:pt x="2050639" y="287857"/>
                  </a:lnTo>
                  <a:lnTo>
                    <a:pt x="2089456" y="345953"/>
                  </a:lnTo>
                  <a:lnTo>
                    <a:pt x="2122396" y="407575"/>
                  </a:lnTo>
                  <a:lnTo>
                    <a:pt x="2149133" y="472129"/>
                  </a:lnTo>
                  <a:lnTo>
                    <a:pt x="2169416" y="538992"/>
                  </a:lnTo>
                  <a:lnTo>
                    <a:pt x="2183047" y="607521"/>
                  </a:lnTo>
                  <a:lnTo>
                    <a:pt x="2189898" y="677057"/>
                  </a:lnTo>
                  <a:lnTo>
                    <a:pt x="2190750" y="8813006"/>
                  </a:lnTo>
                  <a:lnTo>
                    <a:pt x="2189896" y="8847940"/>
                  </a:lnTo>
                  <a:lnTo>
                    <a:pt x="2183048" y="8917478"/>
                  </a:lnTo>
                  <a:lnTo>
                    <a:pt x="2169415" y="8986007"/>
                  </a:lnTo>
                  <a:lnTo>
                    <a:pt x="2149135" y="9052873"/>
                  </a:lnTo>
                  <a:lnTo>
                    <a:pt x="2122396" y="9117423"/>
                  </a:lnTo>
                  <a:lnTo>
                    <a:pt x="2089456" y="9179045"/>
                  </a:lnTo>
                  <a:lnTo>
                    <a:pt x="2050639" y="9237140"/>
                  </a:lnTo>
                  <a:lnTo>
                    <a:pt x="2006314" y="9291157"/>
                  </a:lnTo>
                  <a:lnTo>
                    <a:pt x="1956905" y="9340560"/>
                  </a:lnTo>
                  <a:lnTo>
                    <a:pt x="1902890" y="9384888"/>
                  </a:lnTo>
                  <a:lnTo>
                    <a:pt x="1844794" y="9423700"/>
                  </a:lnTo>
                  <a:lnTo>
                    <a:pt x="1783175" y="9456647"/>
                  </a:lnTo>
                  <a:lnTo>
                    <a:pt x="1718624" y="9483385"/>
                  </a:lnTo>
                  <a:lnTo>
                    <a:pt x="1651758" y="9503667"/>
                  </a:lnTo>
                  <a:lnTo>
                    <a:pt x="1583227" y="9517290"/>
                  </a:lnTo>
                  <a:lnTo>
                    <a:pt x="1513690" y="9524146"/>
                  </a:lnTo>
                  <a:lnTo>
                    <a:pt x="1478756" y="95250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381000" y="380999"/>
              <a:ext cx="2190750" cy="9525000"/>
            </a:xfrm>
            <a:custGeom>
              <a:avLst/>
              <a:gdLst/>
              <a:ahLst/>
              <a:cxnLst/>
              <a:rect l="l" t="t" r="r" b="b"/>
              <a:pathLst>
                <a:path w="2190750" h="9525000">
                  <a:moveTo>
                    <a:pt x="711993" y="0"/>
                  </a:moveTo>
                  <a:lnTo>
                    <a:pt x="1478756" y="0"/>
                  </a:lnTo>
                </a:path>
                <a:path w="2190750" h="9525000">
                  <a:moveTo>
                    <a:pt x="2190750" y="711993"/>
                  </a:moveTo>
                  <a:lnTo>
                    <a:pt x="2190750" y="8813006"/>
                  </a:lnTo>
                </a:path>
                <a:path w="2190750" h="9525000">
                  <a:moveTo>
                    <a:pt x="1478756" y="9525000"/>
                  </a:moveTo>
                  <a:lnTo>
                    <a:pt x="711993" y="9525000"/>
                  </a:lnTo>
                </a:path>
                <a:path w="2190750" h="9525000">
                  <a:moveTo>
                    <a:pt x="0" y="8813006"/>
                  </a:moveTo>
                  <a:lnTo>
                    <a:pt x="0" y="711993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759183" y="1142999"/>
              <a:ext cx="5382260" cy="8001000"/>
            </a:xfrm>
            <a:custGeom>
              <a:avLst/>
              <a:gdLst/>
              <a:ahLst/>
              <a:cxnLst/>
              <a:rect l="l" t="t" r="r" b="b"/>
              <a:pathLst>
                <a:path w="5382259" h="8001000">
                  <a:moveTo>
                    <a:pt x="5153025" y="8001000"/>
                  </a:moveTo>
                  <a:lnTo>
                    <a:pt x="228600" y="8001000"/>
                  </a:lnTo>
                  <a:lnTo>
                    <a:pt x="184002" y="7996609"/>
                  </a:lnTo>
                  <a:lnTo>
                    <a:pt x="141120" y="7983595"/>
                  </a:lnTo>
                  <a:lnTo>
                    <a:pt x="101593" y="7962476"/>
                  </a:lnTo>
                  <a:lnTo>
                    <a:pt x="66966" y="7934037"/>
                  </a:lnTo>
                  <a:lnTo>
                    <a:pt x="38524" y="7899407"/>
                  </a:lnTo>
                  <a:lnTo>
                    <a:pt x="17403" y="7859876"/>
                  </a:lnTo>
                  <a:lnTo>
                    <a:pt x="4390" y="7816996"/>
                  </a:lnTo>
                  <a:lnTo>
                    <a:pt x="0" y="7772400"/>
                  </a:lnTo>
                  <a:lnTo>
                    <a:pt x="0" y="228600"/>
                  </a:lnTo>
                  <a:lnTo>
                    <a:pt x="184" y="217364"/>
                  </a:lnTo>
                  <a:lnTo>
                    <a:pt x="6765" y="173019"/>
                  </a:lnTo>
                  <a:lnTo>
                    <a:pt x="21869" y="130811"/>
                  </a:lnTo>
                  <a:lnTo>
                    <a:pt x="44922" y="92355"/>
                  </a:lnTo>
                  <a:lnTo>
                    <a:pt x="75033" y="59138"/>
                  </a:lnTo>
                  <a:lnTo>
                    <a:pt x="111041" y="32437"/>
                  </a:lnTo>
                  <a:lnTo>
                    <a:pt x="151572" y="13270"/>
                  </a:lnTo>
                  <a:lnTo>
                    <a:pt x="195063" y="2380"/>
                  </a:lnTo>
                  <a:lnTo>
                    <a:pt x="228600" y="0"/>
                  </a:lnTo>
                  <a:lnTo>
                    <a:pt x="5153040" y="0"/>
                  </a:lnTo>
                  <a:lnTo>
                    <a:pt x="5197621" y="4390"/>
                  </a:lnTo>
                  <a:lnTo>
                    <a:pt x="5240505" y="17395"/>
                  </a:lnTo>
                  <a:lnTo>
                    <a:pt x="5280028" y="38531"/>
                  </a:lnTo>
                  <a:lnTo>
                    <a:pt x="5314674" y="66954"/>
                  </a:lnTo>
                  <a:lnTo>
                    <a:pt x="5343108" y="101588"/>
                  </a:lnTo>
                  <a:lnTo>
                    <a:pt x="5364233" y="141114"/>
                  </a:lnTo>
                  <a:lnTo>
                    <a:pt x="5377221" y="184004"/>
                  </a:lnTo>
                  <a:lnTo>
                    <a:pt x="5381640" y="228599"/>
                  </a:lnTo>
                  <a:lnTo>
                    <a:pt x="5381640" y="7772400"/>
                  </a:lnTo>
                  <a:lnTo>
                    <a:pt x="5381439" y="7783627"/>
                  </a:lnTo>
                  <a:lnTo>
                    <a:pt x="5374860" y="7827977"/>
                  </a:lnTo>
                  <a:lnTo>
                    <a:pt x="5359757" y="7870186"/>
                  </a:lnTo>
                  <a:lnTo>
                    <a:pt x="5336708" y="7908640"/>
                  </a:lnTo>
                  <a:lnTo>
                    <a:pt x="5306607" y="7941849"/>
                  </a:lnTo>
                  <a:lnTo>
                    <a:pt x="5270583" y="7968566"/>
                  </a:lnTo>
                  <a:lnTo>
                    <a:pt x="5230063" y="7987724"/>
                  </a:lnTo>
                  <a:lnTo>
                    <a:pt x="5186575" y="7998615"/>
                  </a:lnTo>
                  <a:lnTo>
                    <a:pt x="5153025" y="80010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13927" y="1133659"/>
              <a:ext cx="152831" cy="70748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7065784" y="1202144"/>
              <a:ext cx="75565" cy="7713345"/>
            </a:xfrm>
            <a:custGeom>
              <a:avLst/>
              <a:gdLst/>
              <a:ahLst/>
              <a:cxnLst/>
              <a:rect l="l" t="t" r="r" b="b"/>
              <a:pathLst>
                <a:path w="75565" h="7713345">
                  <a:moveTo>
                    <a:pt x="0" y="0"/>
                  </a:moveTo>
                  <a:lnTo>
                    <a:pt x="2692" y="2604"/>
                  </a:lnTo>
                  <a:lnTo>
                    <a:pt x="8074" y="7809"/>
                  </a:lnTo>
                  <a:lnTo>
                    <a:pt x="13274" y="13186"/>
                  </a:lnTo>
                  <a:lnTo>
                    <a:pt x="32244" y="36295"/>
                  </a:lnTo>
                  <a:lnTo>
                    <a:pt x="36508" y="42443"/>
                  </a:lnTo>
                  <a:lnTo>
                    <a:pt x="40559" y="48740"/>
                  </a:lnTo>
                  <a:lnTo>
                    <a:pt x="42589" y="51895"/>
                  </a:lnTo>
                  <a:lnTo>
                    <a:pt x="44398" y="55150"/>
                  </a:lnTo>
                  <a:lnTo>
                    <a:pt x="48034" y="61692"/>
                  </a:lnTo>
                  <a:lnTo>
                    <a:pt x="60377" y="88934"/>
                  </a:lnTo>
                  <a:lnTo>
                    <a:pt x="61751" y="92424"/>
                  </a:lnTo>
                  <a:lnTo>
                    <a:pt x="71966" y="132223"/>
                  </a:lnTo>
                  <a:lnTo>
                    <a:pt x="75039" y="169454"/>
                  </a:lnTo>
                  <a:lnTo>
                    <a:pt x="75039" y="7713255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79397" y="8917102"/>
              <a:ext cx="70751" cy="152844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1987784" y="9068965"/>
              <a:ext cx="5093970" cy="75565"/>
            </a:xfrm>
            <a:custGeom>
              <a:avLst/>
              <a:gdLst/>
              <a:ahLst/>
              <a:cxnLst/>
              <a:rect l="l" t="t" r="r" b="b"/>
              <a:pathLst>
                <a:path w="5093969" h="75565">
                  <a:moveTo>
                    <a:pt x="5093888" y="0"/>
                  </a:moveTo>
                  <a:lnTo>
                    <a:pt x="5063584" y="27798"/>
                  </a:lnTo>
                  <a:lnTo>
                    <a:pt x="5057580" y="32249"/>
                  </a:lnTo>
                  <a:lnTo>
                    <a:pt x="5051428" y="36501"/>
                  </a:lnTo>
                  <a:lnTo>
                    <a:pt x="5011903" y="57634"/>
                  </a:lnTo>
                  <a:lnTo>
                    <a:pt x="4969021" y="70646"/>
                  </a:lnTo>
                  <a:lnTo>
                    <a:pt x="4924425" y="75033"/>
                  </a:lnTo>
                  <a:lnTo>
                    <a:pt x="0" y="75033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833242" y="9082577"/>
              <a:ext cx="152839" cy="70761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1759183" y="1371599"/>
              <a:ext cx="75565" cy="7713345"/>
            </a:xfrm>
            <a:custGeom>
              <a:avLst/>
              <a:gdLst/>
              <a:ahLst/>
              <a:cxnLst/>
              <a:rect l="l" t="t" r="r" b="b"/>
              <a:pathLst>
                <a:path w="75565" h="7713345">
                  <a:moveTo>
                    <a:pt x="75026" y="7713256"/>
                  </a:moveTo>
                  <a:lnTo>
                    <a:pt x="47236" y="7682960"/>
                  </a:lnTo>
                  <a:lnTo>
                    <a:pt x="23568" y="7644901"/>
                  </a:lnTo>
                  <a:lnTo>
                    <a:pt x="21868" y="7641585"/>
                  </a:lnTo>
                  <a:lnTo>
                    <a:pt x="7785" y="7602965"/>
                  </a:lnTo>
                  <a:lnTo>
                    <a:pt x="6763" y="7599374"/>
                  </a:lnTo>
                  <a:lnTo>
                    <a:pt x="487" y="7558744"/>
                  </a:lnTo>
                  <a:lnTo>
                    <a:pt x="0" y="7543800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749843" y="1217050"/>
              <a:ext cx="70753" cy="152838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1818325" y="1142999"/>
              <a:ext cx="5093970" cy="75565"/>
            </a:xfrm>
            <a:custGeom>
              <a:avLst/>
              <a:gdLst/>
              <a:ahLst/>
              <a:cxnLst/>
              <a:rect l="l" t="t" r="r" b="b"/>
              <a:pathLst>
                <a:path w="5093969" h="75565">
                  <a:moveTo>
                    <a:pt x="0" y="75030"/>
                  </a:moveTo>
                  <a:lnTo>
                    <a:pt x="2609" y="72336"/>
                  </a:lnTo>
                  <a:lnTo>
                    <a:pt x="7818" y="66959"/>
                  </a:lnTo>
                  <a:lnTo>
                    <a:pt x="13195" y="61751"/>
                  </a:lnTo>
                  <a:lnTo>
                    <a:pt x="48746" y="34468"/>
                  </a:lnTo>
                  <a:lnTo>
                    <a:pt x="75109" y="20379"/>
                  </a:lnTo>
                  <a:lnTo>
                    <a:pt x="81978" y="17402"/>
                  </a:lnTo>
                  <a:lnTo>
                    <a:pt x="110298" y="7786"/>
                  </a:lnTo>
                  <a:lnTo>
                    <a:pt x="113882" y="6763"/>
                  </a:lnTo>
                  <a:lnTo>
                    <a:pt x="117544" y="5973"/>
                  </a:lnTo>
                  <a:lnTo>
                    <a:pt x="124861" y="4393"/>
                  </a:lnTo>
                  <a:lnTo>
                    <a:pt x="132226" y="3052"/>
                  </a:lnTo>
                  <a:lnTo>
                    <a:pt x="135922" y="2380"/>
                  </a:lnTo>
                  <a:lnTo>
                    <a:pt x="169459" y="0"/>
                  </a:lnTo>
                  <a:lnTo>
                    <a:pt x="5093884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3761039" y="7889255"/>
            <a:ext cx="1379220" cy="796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3240" marR="5080" indent="-511175">
              <a:lnSpc>
                <a:spcPct val="125000"/>
              </a:lnSpc>
              <a:spcBef>
                <a:spcPts val="100"/>
              </a:spcBef>
            </a:pPr>
            <a:r>
              <a:rPr dirty="0" sz="1350" spc="55">
                <a:solidFill>
                  <a:srgbClr val="FFFFFF"/>
                </a:solidFill>
                <a:latin typeface="Lucida Console"/>
                <a:cs typeface="Lucida Console"/>
              </a:rPr>
              <a:t>TechEdStream </a:t>
            </a:r>
            <a:r>
              <a:rPr dirty="0" sz="1350" spc="-25">
                <a:solidFill>
                  <a:srgbClr val="FFFFFF"/>
                </a:solidFill>
                <a:latin typeface="Lucida Console"/>
                <a:cs typeface="Lucida Console"/>
              </a:rPr>
              <a:t>By</a:t>
            </a:r>
            <a:endParaRPr sz="1350">
              <a:latin typeface="Lucida Console"/>
              <a:cs typeface="Lucida Console"/>
            </a:endParaRPr>
          </a:p>
          <a:p>
            <a:pPr marL="239395">
              <a:lnSpc>
                <a:spcPct val="100000"/>
              </a:lnSpc>
              <a:spcBef>
                <a:spcPts val="405"/>
              </a:spcBef>
            </a:pPr>
            <a:r>
              <a:rPr dirty="0" sz="1350" spc="50">
                <a:solidFill>
                  <a:srgbClr val="FFFFFF"/>
                </a:solidFill>
                <a:latin typeface="Lucida Console"/>
                <a:cs typeface="Lucida Console"/>
              </a:rPr>
              <a:t>Algoviz</a:t>
            </a:r>
            <a:endParaRPr sz="1350">
              <a:latin typeface="Lucida Console"/>
              <a:cs typeface="Lucida Console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151255">
              <a:lnSpc>
                <a:spcPct val="100000"/>
              </a:lnSpc>
              <a:spcBef>
                <a:spcPts val="105"/>
              </a:spcBef>
            </a:pPr>
            <a:r>
              <a:rPr dirty="0" sz="3900" spc="-40">
                <a:latin typeface="Tahoma"/>
                <a:cs typeface="Tahoma"/>
              </a:rPr>
              <a:t>F</a:t>
            </a:r>
            <a:r>
              <a:rPr dirty="0" sz="3850" spc="-40">
                <a:latin typeface="Arial MT"/>
                <a:cs typeface="Arial MT"/>
              </a:rPr>
              <a:t>u</a:t>
            </a:r>
            <a:r>
              <a:rPr dirty="0" sz="3900" spc="-40">
                <a:latin typeface="Tahoma"/>
                <a:cs typeface="Tahoma"/>
              </a:rPr>
              <a:t>nding</a:t>
            </a:r>
            <a:r>
              <a:rPr dirty="0" sz="3900" spc="-245">
                <a:latin typeface="Tahoma"/>
                <a:cs typeface="Tahoma"/>
              </a:rPr>
              <a:t> </a:t>
            </a:r>
            <a:r>
              <a:rPr dirty="0" sz="3900" spc="-10">
                <a:latin typeface="Tahoma"/>
                <a:cs typeface="Tahoma"/>
              </a:rPr>
              <a:t>Strateg</a:t>
            </a:r>
            <a:r>
              <a:rPr dirty="0" sz="3850" spc="-10">
                <a:latin typeface="Arial MT"/>
                <a:cs typeface="Arial MT"/>
              </a:rPr>
              <a:t>y</a:t>
            </a:r>
            <a:endParaRPr sz="385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442512" y="3985314"/>
            <a:ext cx="7955915" cy="2216150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236220" indent="-234950">
              <a:lnSpc>
                <a:spcPct val="100000"/>
              </a:lnSpc>
              <a:spcBef>
                <a:spcPts val="894"/>
              </a:spcBef>
              <a:buSzPct val="72413"/>
              <a:buFont typeface="Arial MT"/>
              <a:buAutoNum type="arabicPeriod"/>
              <a:tabLst>
                <a:tab pos="236220" algn="l"/>
              </a:tabLst>
            </a:pPr>
            <a:r>
              <a:rPr dirty="0" sz="2900" spc="-55">
                <a:solidFill>
                  <a:srgbClr val="FFFFFF"/>
                </a:solidFill>
                <a:latin typeface="Lucida Sans Unicode"/>
                <a:cs typeface="Lucida Sans Unicode"/>
              </a:rPr>
              <a:t>Seek</a:t>
            </a:r>
            <a:r>
              <a:rPr dirty="0" sz="29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30">
                <a:solidFill>
                  <a:srgbClr val="FFFFFF"/>
                </a:solidFill>
                <a:latin typeface="Lucida Sans Unicode"/>
                <a:cs typeface="Lucida Sans Unicode"/>
              </a:rPr>
              <a:t>inc</a:t>
            </a:r>
            <a:r>
              <a:rPr dirty="0" sz="2900" spc="-13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900" spc="-130">
                <a:solidFill>
                  <a:srgbClr val="FFFFFF"/>
                </a:solidFill>
                <a:latin typeface="Lucida Sans Unicode"/>
                <a:cs typeface="Lucida Sans Unicode"/>
              </a:rPr>
              <a:t>bation</a:t>
            </a:r>
            <a:r>
              <a:rPr dirty="0" sz="29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229">
                <a:solidFill>
                  <a:srgbClr val="FFFFFF"/>
                </a:solidFill>
                <a:latin typeface="Lucida Sans Unicode"/>
                <a:cs typeface="Lucida Sans Unicode"/>
              </a:rPr>
              <a:t>from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45">
                <a:solidFill>
                  <a:srgbClr val="FFFFFF"/>
                </a:solidFill>
                <a:latin typeface="Lucida Sans Unicode"/>
                <a:cs typeface="Lucida Sans Unicode"/>
              </a:rPr>
              <a:t>college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35">
                <a:solidFill>
                  <a:srgbClr val="FFFFFF"/>
                </a:solidFill>
                <a:latin typeface="Lucida Sans Unicode"/>
                <a:cs typeface="Lucida Sans Unicode"/>
              </a:rPr>
              <a:t>start</a:t>
            </a:r>
            <a:r>
              <a:rPr dirty="0" sz="2900" spc="-35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900" spc="-35">
                <a:solidFill>
                  <a:srgbClr val="FFFFFF"/>
                </a:solidFill>
                <a:latin typeface="Lucida Sans Unicode"/>
                <a:cs typeface="Lucida Sans Unicode"/>
              </a:rPr>
              <a:t>p</a:t>
            </a:r>
            <a:r>
              <a:rPr dirty="0" sz="29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20">
                <a:solidFill>
                  <a:srgbClr val="FFFFFF"/>
                </a:solidFill>
                <a:latin typeface="Lucida Sans Unicode"/>
                <a:cs typeface="Lucida Sans Unicode"/>
              </a:rPr>
              <a:t>platforms</a:t>
            </a:r>
            <a:endParaRPr sz="2900">
              <a:latin typeface="Lucida Sans Unicode"/>
              <a:cs typeface="Lucida Sans Unicode"/>
            </a:endParaRPr>
          </a:p>
          <a:p>
            <a:pPr marL="295275" indent="-282575">
              <a:lnSpc>
                <a:spcPct val="100000"/>
              </a:lnSpc>
              <a:spcBef>
                <a:spcPts val="795"/>
              </a:spcBef>
              <a:buSzPct val="72413"/>
              <a:buFont typeface="Arial MT"/>
              <a:buAutoNum type="arabicPeriod"/>
              <a:tabLst>
                <a:tab pos="295275" algn="l"/>
              </a:tabLst>
            </a:pPr>
            <a:r>
              <a:rPr dirty="0" sz="2900" spc="-160">
                <a:solidFill>
                  <a:srgbClr val="FFFFFF"/>
                </a:solidFill>
                <a:latin typeface="Lucida Sans Unicode"/>
                <a:cs typeface="Lucida Sans Unicode"/>
              </a:rPr>
              <a:t>Appl</a:t>
            </a:r>
            <a:r>
              <a:rPr dirty="0" sz="2900" spc="-16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29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00" spc="-114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0">
                <a:solidFill>
                  <a:srgbClr val="FFFFFF"/>
                </a:solidFill>
                <a:latin typeface="Lucida Sans Unicode"/>
                <a:cs typeface="Lucida Sans Unicode"/>
              </a:rPr>
              <a:t>seed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35">
                <a:solidFill>
                  <a:srgbClr val="FFFFFF"/>
                </a:solidFill>
                <a:latin typeface="Lucida Sans Unicode"/>
                <a:cs typeface="Lucida Sans Unicode"/>
              </a:rPr>
              <a:t>f</a:t>
            </a:r>
            <a:r>
              <a:rPr dirty="0" sz="2900" spc="-135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900" spc="-135">
                <a:solidFill>
                  <a:srgbClr val="FFFFFF"/>
                </a:solidFill>
                <a:latin typeface="Lucida Sans Unicode"/>
                <a:cs typeface="Lucida Sans Unicode"/>
              </a:rPr>
              <a:t>nding</a:t>
            </a:r>
            <a:r>
              <a:rPr dirty="0" sz="29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229">
                <a:solidFill>
                  <a:srgbClr val="FFFFFF"/>
                </a:solidFill>
                <a:latin typeface="Lucida Sans Unicode"/>
                <a:cs typeface="Lucida Sans Unicode"/>
              </a:rPr>
              <a:t>from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80">
                <a:solidFill>
                  <a:srgbClr val="FFFFFF"/>
                </a:solidFill>
                <a:latin typeface="Lucida Sans Unicode"/>
                <a:cs typeface="Lucida Sans Unicode"/>
              </a:rPr>
              <a:t>EdTech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dirty="0" sz="2900" spc="-1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900" spc="-10">
                <a:solidFill>
                  <a:srgbClr val="FFFFFF"/>
                </a:solidFill>
                <a:latin typeface="Lucida Sans Unicode"/>
                <a:cs typeface="Lucida Sans Unicode"/>
              </a:rPr>
              <a:t>estors</a:t>
            </a:r>
            <a:endParaRPr sz="2900">
              <a:latin typeface="Lucida Sans Unicode"/>
              <a:cs typeface="Lucida Sans Unicode"/>
            </a:endParaRPr>
          </a:p>
          <a:p>
            <a:pPr marL="119380" marR="948690" indent="-107314">
              <a:lnSpc>
                <a:spcPct val="125000"/>
              </a:lnSpc>
              <a:buSzPct val="72413"/>
              <a:buFont typeface="Arial MT"/>
              <a:buAutoNum type="arabicPeriod"/>
              <a:tabLst>
                <a:tab pos="119380" algn="l"/>
                <a:tab pos="294640" algn="l"/>
              </a:tabLst>
            </a:pPr>
            <a:r>
              <a:rPr dirty="0" sz="2900" spc="-14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2900" spc="-14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2900" spc="-140">
                <a:solidFill>
                  <a:srgbClr val="FFFFFF"/>
                </a:solidFill>
                <a:latin typeface="Arial MT"/>
                <a:cs typeface="Arial MT"/>
              </a:rPr>
              <a:t>x</a:t>
            </a:r>
            <a:r>
              <a:rPr dirty="0" sz="2900" spc="-140">
                <a:solidFill>
                  <a:srgbClr val="FFFFFF"/>
                </a:solidFill>
                <a:latin typeface="Lucida Sans Unicode"/>
                <a:cs typeface="Lucida Sans Unicode"/>
              </a:rPr>
              <a:t>plore</a:t>
            </a:r>
            <a:r>
              <a:rPr dirty="0" sz="29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75">
                <a:solidFill>
                  <a:srgbClr val="FFFFFF"/>
                </a:solidFill>
                <a:latin typeface="Lucida Sans Unicode"/>
                <a:cs typeface="Lucida Sans Unicode"/>
              </a:rPr>
              <a:t>go</a:t>
            </a:r>
            <a:r>
              <a:rPr dirty="0" sz="2900" spc="-175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900" spc="-175">
                <a:solidFill>
                  <a:srgbClr val="FFFFFF"/>
                </a:solidFill>
                <a:latin typeface="Lucida Sans Unicode"/>
                <a:cs typeface="Lucida Sans Unicode"/>
              </a:rPr>
              <a:t>ernment</a:t>
            </a:r>
            <a:r>
              <a:rPr dirty="0" sz="29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5">
                <a:solidFill>
                  <a:srgbClr val="FFFFFF"/>
                </a:solidFill>
                <a:latin typeface="Lucida Sans Unicode"/>
                <a:cs typeface="Lucida Sans Unicode"/>
              </a:rPr>
              <a:t>grants</a:t>
            </a:r>
            <a:r>
              <a:rPr dirty="0" sz="29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14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29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90">
                <a:solidFill>
                  <a:srgbClr val="FFFFFF"/>
                </a:solidFill>
                <a:latin typeface="Lucida Sans Unicode"/>
                <a:cs typeface="Lucida Sans Unicode"/>
              </a:rPr>
              <a:t>ed</a:t>
            </a:r>
            <a:r>
              <a:rPr dirty="0" sz="2900" spc="-9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900" spc="-90">
                <a:solidFill>
                  <a:srgbClr val="FFFFFF"/>
                </a:solidFill>
                <a:latin typeface="Lucida Sans Unicode"/>
                <a:cs typeface="Lucida Sans Unicode"/>
              </a:rPr>
              <a:t>cation </a:t>
            </a:r>
            <a:r>
              <a:rPr dirty="0" sz="2900" spc="-65">
                <a:solidFill>
                  <a:srgbClr val="FFFFFF"/>
                </a:solidFill>
                <a:latin typeface="Lucida Sans Unicode"/>
                <a:cs typeface="Lucida Sans Unicode"/>
              </a:rPr>
              <a:t>inno</a:t>
            </a:r>
            <a:r>
              <a:rPr dirty="0" sz="2900" spc="-65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900" spc="-65">
                <a:solidFill>
                  <a:srgbClr val="FFFFFF"/>
                </a:solidFill>
                <a:latin typeface="Lucida Sans Unicode"/>
                <a:cs typeface="Lucida Sans Unicode"/>
              </a:rPr>
              <a:t>ation</a:t>
            </a:r>
            <a:endParaRPr sz="2900">
              <a:latin typeface="Lucida Sans Unicode"/>
              <a:cs typeface="Lucida Sans Unicode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90013" y="1036124"/>
            <a:ext cx="1590675" cy="1113790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marL="12700" marR="5080">
              <a:lnSpc>
                <a:spcPct val="78100"/>
              </a:lnSpc>
              <a:spcBef>
                <a:spcPts val="1165"/>
              </a:spcBef>
            </a:pPr>
            <a:r>
              <a:rPr dirty="0" sz="4000" spc="-675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4000" spc="-24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4000" spc="-229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dirty="0" sz="4000" spc="-24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dirty="0" sz="4000" spc="-235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4000" spc="-155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dirty="0" sz="4000" spc="-3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204">
                <a:solidFill>
                  <a:srgbClr val="FFFFFF"/>
                </a:solidFill>
                <a:latin typeface="Lucida Sans Unicode"/>
                <a:cs typeface="Lucida Sans Unicode"/>
              </a:rPr>
              <a:t>Stream</a:t>
            </a:r>
            <a:endParaRPr sz="4000">
              <a:latin typeface="Lucida Sans Unicode"/>
              <a:cs typeface="Lucida Sans Unicode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205394" y="1135715"/>
            <a:ext cx="16295369" cy="8938260"/>
            <a:chOff x="205394" y="1135715"/>
            <a:chExt cx="16295369" cy="8938260"/>
          </a:xfrm>
        </p:grpSpPr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833" y="7269998"/>
              <a:ext cx="1581149" cy="1581149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385425" y="1135715"/>
              <a:ext cx="4114799" cy="4114790"/>
            </a:xfrm>
            <a:prstGeom prst="rect">
              <a:avLst/>
            </a:prstGeom>
          </p:spPr>
        </p:pic>
        <p:pic>
          <p:nvPicPr>
            <p:cNvPr id="21" name="object 21" descr="">
              <a:hlinkClick r:id="rId8"/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5394" y="9606975"/>
              <a:ext cx="771524" cy="46670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2857499" y="380999"/>
              <a:ext cx="15049500" cy="9525000"/>
            </a:xfrm>
            <a:custGeom>
              <a:avLst/>
              <a:gdLst/>
              <a:ahLst/>
              <a:cxnLst/>
              <a:rect l="l" t="t" r="r" b="b"/>
              <a:pathLst>
                <a:path w="15049500" h="9525000">
                  <a:moveTo>
                    <a:pt x="14335125" y="9525000"/>
                  </a:moveTo>
                  <a:lnTo>
                    <a:pt x="714375" y="9525000"/>
                  </a:lnTo>
                  <a:lnTo>
                    <a:pt x="644353" y="9521570"/>
                  </a:lnTo>
                  <a:lnTo>
                    <a:pt x="575005" y="9511284"/>
                  </a:lnTo>
                  <a:lnTo>
                    <a:pt x="506999" y="9494245"/>
                  </a:lnTo>
                  <a:lnTo>
                    <a:pt x="440993" y="9470627"/>
                  </a:lnTo>
                  <a:lnTo>
                    <a:pt x="377617" y="9440652"/>
                  </a:lnTo>
                  <a:lnTo>
                    <a:pt x="317486" y="9404608"/>
                  </a:lnTo>
                  <a:lnTo>
                    <a:pt x="261182" y="9362844"/>
                  </a:lnTo>
                  <a:lnTo>
                    <a:pt x="209245" y="9315754"/>
                  </a:lnTo>
                  <a:lnTo>
                    <a:pt x="162150" y="9263820"/>
                  </a:lnTo>
                  <a:lnTo>
                    <a:pt x="120390" y="9207515"/>
                  </a:lnTo>
                  <a:lnTo>
                    <a:pt x="84347" y="9147384"/>
                  </a:lnTo>
                  <a:lnTo>
                    <a:pt x="54374" y="9084004"/>
                  </a:lnTo>
                  <a:lnTo>
                    <a:pt x="30751" y="9017997"/>
                  </a:lnTo>
                  <a:lnTo>
                    <a:pt x="13725" y="8949995"/>
                  </a:lnTo>
                  <a:lnTo>
                    <a:pt x="3431" y="8880644"/>
                  </a:lnTo>
                  <a:lnTo>
                    <a:pt x="0" y="8810625"/>
                  </a:lnTo>
                  <a:lnTo>
                    <a:pt x="0" y="714375"/>
                  </a:lnTo>
                  <a:lnTo>
                    <a:pt x="3431" y="644353"/>
                  </a:lnTo>
                  <a:lnTo>
                    <a:pt x="13725" y="575006"/>
                  </a:lnTo>
                  <a:lnTo>
                    <a:pt x="30752" y="507000"/>
                  </a:lnTo>
                  <a:lnTo>
                    <a:pt x="54380" y="440995"/>
                  </a:lnTo>
                  <a:lnTo>
                    <a:pt x="84345" y="377616"/>
                  </a:lnTo>
                  <a:lnTo>
                    <a:pt x="120393" y="317488"/>
                  </a:lnTo>
                  <a:lnTo>
                    <a:pt x="162149" y="261175"/>
                  </a:lnTo>
                  <a:lnTo>
                    <a:pt x="209241" y="209240"/>
                  </a:lnTo>
                  <a:lnTo>
                    <a:pt x="261177" y="162151"/>
                  </a:lnTo>
                  <a:lnTo>
                    <a:pt x="317485" y="120388"/>
                  </a:lnTo>
                  <a:lnTo>
                    <a:pt x="377617" y="84346"/>
                  </a:lnTo>
                  <a:lnTo>
                    <a:pt x="440994" y="54375"/>
                  </a:lnTo>
                  <a:lnTo>
                    <a:pt x="507000" y="30752"/>
                  </a:lnTo>
                  <a:lnTo>
                    <a:pt x="575007" y="13724"/>
                  </a:lnTo>
                  <a:lnTo>
                    <a:pt x="644353" y="3431"/>
                  </a:lnTo>
                  <a:lnTo>
                    <a:pt x="714375" y="0"/>
                  </a:lnTo>
                  <a:lnTo>
                    <a:pt x="14335140" y="0"/>
                  </a:lnTo>
                  <a:lnTo>
                    <a:pt x="14370201" y="857"/>
                  </a:lnTo>
                  <a:lnTo>
                    <a:pt x="14439949" y="7725"/>
                  </a:lnTo>
                  <a:lnTo>
                    <a:pt x="14508696" y="21403"/>
                  </a:lnTo>
                  <a:lnTo>
                    <a:pt x="14575778" y="41748"/>
                  </a:lnTo>
                  <a:lnTo>
                    <a:pt x="14640558" y="68583"/>
                  </a:lnTo>
                  <a:lnTo>
                    <a:pt x="14702398" y="101633"/>
                  </a:lnTo>
                  <a:lnTo>
                    <a:pt x="14760680" y="140580"/>
                  </a:lnTo>
                  <a:lnTo>
                    <a:pt x="14814881" y="185065"/>
                  </a:lnTo>
                  <a:lnTo>
                    <a:pt x="14864444" y="234638"/>
                  </a:lnTo>
                  <a:lnTo>
                    <a:pt x="14908921" y="288823"/>
                  </a:lnTo>
                  <a:lnTo>
                    <a:pt x="14947864" y="347107"/>
                  </a:lnTo>
                  <a:lnTo>
                    <a:pt x="14980914" y="408931"/>
                  </a:lnTo>
                  <a:lnTo>
                    <a:pt x="15007746" y="473708"/>
                  </a:lnTo>
                  <a:lnTo>
                    <a:pt x="15028095" y="540791"/>
                  </a:lnTo>
                  <a:lnTo>
                    <a:pt x="15041778" y="609555"/>
                  </a:lnTo>
                  <a:lnTo>
                    <a:pt x="15048646" y="679322"/>
                  </a:lnTo>
                  <a:lnTo>
                    <a:pt x="15049500" y="714375"/>
                  </a:lnTo>
                  <a:lnTo>
                    <a:pt x="15049500" y="8810625"/>
                  </a:lnTo>
                  <a:lnTo>
                    <a:pt x="15046071" y="8880643"/>
                  </a:lnTo>
                  <a:lnTo>
                    <a:pt x="15035784" y="8949994"/>
                  </a:lnTo>
                  <a:lnTo>
                    <a:pt x="15018746" y="9017997"/>
                  </a:lnTo>
                  <a:lnTo>
                    <a:pt x="14995127" y="9084007"/>
                  </a:lnTo>
                  <a:lnTo>
                    <a:pt x="14965144" y="9147399"/>
                  </a:lnTo>
                  <a:lnTo>
                    <a:pt x="14929107" y="9207514"/>
                  </a:lnTo>
                  <a:lnTo>
                    <a:pt x="14887361" y="9263796"/>
                  </a:lnTo>
                  <a:lnTo>
                    <a:pt x="14840241" y="9315769"/>
                  </a:lnTo>
                  <a:lnTo>
                    <a:pt x="14788321" y="9362842"/>
                  </a:lnTo>
                  <a:lnTo>
                    <a:pt x="14732028" y="9404598"/>
                  </a:lnTo>
                  <a:lnTo>
                    <a:pt x="14671848" y="9440671"/>
                  </a:lnTo>
                  <a:lnTo>
                    <a:pt x="14608497" y="9470631"/>
                  </a:lnTo>
                  <a:lnTo>
                    <a:pt x="14542489" y="9494249"/>
                  </a:lnTo>
                  <a:lnTo>
                    <a:pt x="14474479" y="9511287"/>
                  </a:lnTo>
                  <a:lnTo>
                    <a:pt x="14405135" y="9521572"/>
                  </a:lnTo>
                  <a:lnTo>
                    <a:pt x="14335125" y="95250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857500" y="380999"/>
              <a:ext cx="15049500" cy="9525000"/>
            </a:xfrm>
            <a:custGeom>
              <a:avLst/>
              <a:gdLst/>
              <a:ahLst/>
              <a:cxnLst/>
              <a:rect l="l" t="t" r="r" b="b"/>
              <a:pathLst>
                <a:path w="15049500" h="9525000">
                  <a:moveTo>
                    <a:pt x="714375" y="0"/>
                  </a:moveTo>
                  <a:lnTo>
                    <a:pt x="14335125" y="0"/>
                  </a:lnTo>
                </a:path>
                <a:path w="15049500" h="9525000">
                  <a:moveTo>
                    <a:pt x="15049500" y="714375"/>
                  </a:moveTo>
                  <a:lnTo>
                    <a:pt x="15049500" y="8810625"/>
                  </a:lnTo>
                </a:path>
                <a:path w="15049500" h="9525000">
                  <a:moveTo>
                    <a:pt x="14335125" y="9525000"/>
                  </a:moveTo>
                  <a:lnTo>
                    <a:pt x="714375" y="9524999"/>
                  </a:lnTo>
                </a:path>
                <a:path w="15049500" h="9525000">
                  <a:moveTo>
                    <a:pt x="0" y="8810625"/>
                  </a:moveTo>
                  <a:lnTo>
                    <a:pt x="0" y="714375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80999" y="380999"/>
              <a:ext cx="2190750" cy="9525000"/>
            </a:xfrm>
            <a:custGeom>
              <a:avLst/>
              <a:gdLst/>
              <a:ahLst/>
              <a:cxnLst/>
              <a:rect l="l" t="t" r="r" b="b"/>
              <a:pathLst>
                <a:path w="2190750" h="9525000">
                  <a:moveTo>
                    <a:pt x="1478756" y="9525000"/>
                  </a:moveTo>
                  <a:lnTo>
                    <a:pt x="711994" y="9525000"/>
                  </a:lnTo>
                  <a:lnTo>
                    <a:pt x="642206" y="9521574"/>
                  </a:lnTo>
                  <a:lnTo>
                    <a:pt x="573092" y="9511314"/>
                  </a:lnTo>
                  <a:lnTo>
                    <a:pt x="505309" y="9494351"/>
                  </a:lnTo>
                  <a:lnTo>
                    <a:pt x="439524" y="9470806"/>
                  </a:lnTo>
                  <a:lnTo>
                    <a:pt x="376361" y="9440934"/>
                  </a:lnTo>
                  <a:lnTo>
                    <a:pt x="316433" y="9405001"/>
                  </a:lnTo>
                  <a:lnTo>
                    <a:pt x="260302" y="9363389"/>
                  </a:lnTo>
                  <a:lnTo>
                    <a:pt x="208540" y="9316458"/>
                  </a:lnTo>
                  <a:lnTo>
                    <a:pt x="161607" y="9264699"/>
                  </a:lnTo>
                  <a:lnTo>
                    <a:pt x="119999" y="9208565"/>
                  </a:lnTo>
                  <a:lnTo>
                    <a:pt x="84065" y="9148642"/>
                  </a:lnTo>
                  <a:lnTo>
                    <a:pt x="54193" y="9085470"/>
                  </a:lnTo>
                  <a:lnTo>
                    <a:pt x="30651" y="9019691"/>
                  </a:lnTo>
                  <a:lnTo>
                    <a:pt x="13678" y="8951910"/>
                  </a:lnTo>
                  <a:lnTo>
                    <a:pt x="3421" y="8882797"/>
                  </a:lnTo>
                  <a:lnTo>
                    <a:pt x="0" y="8813006"/>
                  </a:lnTo>
                  <a:lnTo>
                    <a:pt x="0" y="711993"/>
                  </a:lnTo>
                  <a:lnTo>
                    <a:pt x="3420" y="642205"/>
                  </a:lnTo>
                  <a:lnTo>
                    <a:pt x="13679" y="573090"/>
                  </a:lnTo>
                  <a:lnTo>
                    <a:pt x="30651" y="505310"/>
                  </a:lnTo>
                  <a:lnTo>
                    <a:pt x="54196" y="439525"/>
                  </a:lnTo>
                  <a:lnTo>
                    <a:pt x="84064" y="376358"/>
                  </a:lnTo>
                  <a:lnTo>
                    <a:pt x="119993" y="316431"/>
                  </a:lnTo>
                  <a:lnTo>
                    <a:pt x="161609" y="260304"/>
                  </a:lnTo>
                  <a:lnTo>
                    <a:pt x="208538" y="208538"/>
                  </a:lnTo>
                  <a:lnTo>
                    <a:pt x="260304" y="161609"/>
                  </a:lnTo>
                  <a:lnTo>
                    <a:pt x="316432" y="119993"/>
                  </a:lnTo>
                  <a:lnTo>
                    <a:pt x="376358" y="84063"/>
                  </a:lnTo>
                  <a:lnTo>
                    <a:pt x="439525" y="54196"/>
                  </a:lnTo>
                  <a:lnTo>
                    <a:pt x="505310" y="30650"/>
                  </a:lnTo>
                  <a:lnTo>
                    <a:pt x="573090" y="13679"/>
                  </a:lnTo>
                  <a:lnTo>
                    <a:pt x="642205" y="3419"/>
                  </a:lnTo>
                  <a:lnTo>
                    <a:pt x="711994" y="0"/>
                  </a:lnTo>
                  <a:lnTo>
                    <a:pt x="1478755" y="0"/>
                  </a:lnTo>
                  <a:lnTo>
                    <a:pt x="1513690" y="853"/>
                  </a:lnTo>
                  <a:lnTo>
                    <a:pt x="1583228" y="7699"/>
                  </a:lnTo>
                  <a:lnTo>
                    <a:pt x="1651757" y="21334"/>
                  </a:lnTo>
                  <a:lnTo>
                    <a:pt x="1718624" y="41616"/>
                  </a:lnTo>
                  <a:lnTo>
                    <a:pt x="1783174" y="68355"/>
                  </a:lnTo>
                  <a:lnTo>
                    <a:pt x="1844796" y="101291"/>
                  </a:lnTo>
                  <a:lnTo>
                    <a:pt x="1902890" y="140111"/>
                  </a:lnTo>
                  <a:lnTo>
                    <a:pt x="1956905" y="184436"/>
                  </a:lnTo>
                  <a:lnTo>
                    <a:pt x="2006310" y="233845"/>
                  </a:lnTo>
                  <a:lnTo>
                    <a:pt x="2050639" y="287857"/>
                  </a:lnTo>
                  <a:lnTo>
                    <a:pt x="2089456" y="345953"/>
                  </a:lnTo>
                  <a:lnTo>
                    <a:pt x="2122396" y="407575"/>
                  </a:lnTo>
                  <a:lnTo>
                    <a:pt x="2149133" y="472129"/>
                  </a:lnTo>
                  <a:lnTo>
                    <a:pt x="2169416" y="538992"/>
                  </a:lnTo>
                  <a:lnTo>
                    <a:pt x="2183047" y="607521"/>
                  </a:lnTo>
                  <a:lnTo>
                    <a:pt x="2189898" y="677057"/>
                  </a:lnTo>
                  <a:lnTo>
                    <a:pt x="2190750" y="8813006"/>
                  </a:lnTo>
                  <a:lnTo>
                    <a:pt x="2189896" y="8847940"/>
                  </a:lnTo>
                  <a:lnTo>
                    <a:pt x="2183048" y="8917478"/>
                  </a:lnTo>
                  <a:lnTo>
                    <a:pt x="2169415" y="8986007"/>
                  </a:lnTo>
                  <a:lnTo>
                    <a:pt x="2149135" y="9052873"/>
                  </a:lnTo>
                  <a:lnTo>
                    <a:pt x="2122396" y="9117423"/>
                  </a:lnTo>
                  <a:lnTo>
                    <a:pt x="2089456" y="9179045"/>
                  </a:lnTo>
                  <a:lnTo>
                    <a:pt x="2050639" y="9237140"/>
                  </a:lnTo>
                  <a:lnTo>
                    <a:pt x="2006314" y="9291157"/>
                  </a:lnTo>
                  <a:lnTo>
                    <a:pt x="1956905" y="9340560"/>
                  </a:lnTo>
                  <a:lnTo>
                    <a:pt x="1902890" y="9384888"/>
                  </a:lnTo>
                  <a:lnTo>
                    <a:pt x="1844794" y="9423700"/>
                  </a:lnTo>
                  <a:lnTo>
                    <a:pt x="1783175" y="9456647"/>
                  </a:lnTo>
                  <a:lnTo>
                    <a:pt x="1718624" y="9483385"/>
                  </a:lnTo>
                  <a:lnTo>
                    <a:pt x="1651758" y="9503667"/>
                  </a:lnTo>
                  <a:lnTo>
                    <a:pt x="1583227" y="9517290"/>
                  </a:lnTo>
                  <a:lnTo>
                    <a:pt x="1513690" y="9524146"/>
                  </a:lnTo>
                  <a:lnTo>
                    <a:pt x="1478756" y="9525000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81000" y="380999"/>
              <a:ext cx="2190750" cy="9525000"/>
            </a:xfrm>
            <a:custGeom>
              <a:avLst/>
              <a:gdLst/>
              <a:ahLst/>
              <a:cxnLst/>
              <a:rect l="l" t="t" r="r" b="b"/>
              <a:pathLst>
                <a:path w="2190750" h="9525000">
                  <a:moveTo>
                    <a:pt x="711993" y="0"/>
                  </a:moveTo>
                  <a:lnTo>
                    <a:pt x="1478756" y="0"/>
                  </a:lnTo>
                </a:path>
                <a:path w="2190750" h="9525000">
                  <a:moveTo>
                    <a:pt x="2190750" y="711993"/>
                  </a:moveTo>
                  <a:lnTo>
                    <a:pt x="2190750" y="8813006"/>
                  </a:lnTo>
                </a:path>
                <a:path w="2190750" h="9525000">
                  <a:moveTo>
                    <a:pt x="1478756" y="9525000"/>
                  </a:moveTo>
                  <a:lnTo>
                    <a:pt x="711993" y="9525000"/>
                  </a:lnTo>
                </a:path>
                <a:path w="2190750" h="9525000">
                  <a:moveTo>
                    <a:pt x="0" y="8813006"/>
                  </a:moveTo>
                  <a:lnTo>
                    <a:pt x="0" y="711993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919480">
              <a:lnSpc>
                <a:spcPct val="100000"/>
              </a:lnSpc>
              <a:spcBef>
                <a:spcPts val="125"/>
              </a:spcBef>
            </a:pPr>
            <a:r>
              <a:rPr dirty="0" spc="-720"/>
              <a:t>Our</a:t>
            </a:r>
            <a:r>
              <a:rPr dirty="0" spc="-455"/>
              <a:t> </a:t>
            </a:r>
            <a:r>
              <a:rPr dirty="0" spc="-1300"/>
              <a:t>T</a:t>
            </a:r>
            <a:r>
              <a:rPr dirty="0" spc="-630"/>
              <a:t>e</a:t>
            </a:r>
            <a:r>
              <a:rPr dirty="0" spc="-595"/>
              <a:t>a</a:t>
            </a:r>
            <a:r>
              <a:rPr dirty="0" spc="-470"/>
              <a:t>m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3180872" y="6553238"/>
            <a:ext cx="3407410" cy="2159000"/>
          </a:xfrm>
          <a:prstGeom prst="rect">
            <a:avLst/>
          </a:prstGeom>
        </p:spPr>
        <p:txBody>
          <a:bodyPr wrap="square" lIns="0" tIns="2374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 sz="3850" spc="-204">
                <a:solidFill>
                  <a:srgbClr val="FFFFFF"/>
                </a:solidFill>
                <a:latin typeface="Lucida Sans Unicode"/>
                <a:cs typeface="Lucida Sans Unicode"/>
              </a:rPr>
              <a:t>Khan</a:t>
            </a:r>
            <a:r>
              <a:rPr dirty="0" sz="385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-280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r>
              <a:rPr dirty="0" sz="3850" spc="-280">
                <a:solidFill>
                  <a:srgbClr val="FFFFFF"/>
                </a:solidFill>
                <a:latin typeface="Arial MT"/>
                <a:cs typeface="Arial MT"/>
              </a:rPr>
              <a:t>uz</a:t>
            </a:r>
            <a:r>
              <a:rPr dirty="0" sz="3850" spc="-280">
                <a:solidFill>
                  <a:srgbClr val="FFFFFF"/>
                </a:solidFill>
                <a:latin typeface="Lucida Sans Unicode"/>
                <a:cs typeface="Lucida Sans Unicode"/>
              </a:rPr>
              <a:t>ammil</a:t>
            </a:r>
            <a:endParaRPr sz="3850">
              <a:latin typeface="Lucida Sans Unicode"/>
              <a:cs typeface="Lucida Sans Unicode"/>
            </a:endParaRPr>
          </a:p>
          <a:p>
            <a:pPr marL="12700" marR="42545">
              <a:lnSpc>
                <a:spcPct val="123600"/>
              </a:lnSpc>
              <a:spcBef>
                <a:spcPts val="390"/>
              </a:spcBef>
              <a:tabLst>
                <a:tab pos="1732914" algn="l"/>
              </a:tabLst>
            </a:pPr>
            <a:r>
              <a:rPr dirty="0" sz="2250" spc="-90">
                <a:solidFill>
                  <a:srgbClr val="FFFFFF"/>
                </a:solidFill>
                <a:latin typeface="Lucida Sans Unicode"/>
                <a:cs typeface="Lucida Sans Unicode"/>
              </a:rPr>
              <a:t>Project</a:t>
            </a:r>
            <a:r>
              <a:rPr dirty="0" sz="2250" spc="-85">
                <a:solidFill>
                  <a:srgbClr val="FFFFFF"/>
                </a:solidFill>
                <a:latin typeface="Lucida Sans Unicode"/>
                <a:cs typeface="Lucida Sans Unicode"/>
              </a:rPr>
              <a:t> Lead </a:t>
            </a:r>
            <a:r>
              <a:rPr dirty="0" sz="225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dirty="0" sz="225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Lucida Sans Unicode"/>
                <a:cs typeface="Lucida Sans Unicode"/>
              </a:rPr>
              <a:t>Content </a:t>
            </a:r>
            <a:r>
              <a:rPr dirty="0" sz="2250" spc="-45">
                <a:solidFill>
                  <a:srgbClr val="FFFFFF"/>
                </a:solidFill>
                <a:latin typeface="Lucida Sans Unicode"/>
                <a:cs typeface="Lucida Sans Unicode"/>
              </a:rPr>
              <a:t>Strategist</a:t>
            </a:r>
            <a:r>
              <a:rPr dirty="0" sz="225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80">
                <a:solidFill>
                  <a:srgbClr val="FFFFFF"/>
                </a:solidFill>
                <a:latin typeface="Lucida Sans Unicode"/>
                <a:cs typeface="Lucida Sans Unicode"/>
              </a:rPr>
              <a:t>Dri</a:t>
            </a:r>
            <a:r>
              <a:rPr dirty="0" sz="2250" spc="-18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250" spc="-180">
                <a:solidFill>
                  <a:srgbClr val="FFFFFF"/>
                </a:solidFill>
                <a:latin typeface="Lucida Sans Unicode"/>
                <a:cs typeface="Lucida Sans Unicode"/>
              </a:rPr>
              <a:t>ing</a:t>
            </a:r>
            <a:r>
              <a:rPr dirty="0" sz="225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250" spc="-10">
                <a:solidFill>
                  <a:srgbClr val="FFFFFF"/>
                </a:solidFill>
                <a:latin typeface="Lucida Sans Unicode"/>
                <a:cs typeface="Lucida Sans Unicode"/>
              </a:rPr>
              <a:t>ision </a:t>
            </a:r>
            <a:r>
              <a:rPr dirty="0" sz="2250" spc="-11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25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Lucida Sans Unicode"/>
                <a:cs typeface="Lucida Sans Unicode"/>
              </a:rPr>
              <a:t>content</a:t>
            </a:r>
            <a:r>
              <a:rPr dirty="0" sz="225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2250" spc="-13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dirty="0" sz="2250" spc="-13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250" spc="-130">
                <a:solidFill>
                  <a:srgbClr val="FFFFFF"/>
                </a:solidFill>
                <a:latin typeface="Lucida Sans Unicode"/>
                <a:cs typeface="Lucida Sans Unicode"/>
              </a:rPr>
              <a:t>elopment</a:t>
            </a:r>
            <a:endParaRPr sz="2250">
              <a:latin typeface="Lucida Sans Unicode"/>
              <a:cs typeface="Lucida Sans Unicod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90013" y="1036124"/>
            <a:ext cx="1590675" cy="1113790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marL="12700" marR="5080">
              <a:lnSpc>
                <a:spcPct val="78100"/>
              </a:lnSpc>
              <a:spcBef>
                <a:spcPts val="1165"/>
              </a:spcBef>
            </a:pPr>
            <a:r>
              <a:rPr dirty="0" sz="4000" spc="-675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4000" spc="-24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4000" spc="-229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r>
              <a:rPr dirty="0" sz="4000" spc="-24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dirty="0" sz="4000" spc="-235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4000" spc="-155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dirty="0" sz="4000" spc="-3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204">
                <a:solidFill>
                  <a:srgbClr val="FFFFFF"/>
                </a:solidFill>
                <a:latin typeface="Lucida Sans Unicode"/>
                <a:cs typeface="Lucida Sans Unicode"/>
              </a:rPr>
              <a:t>Stream</a:t>
            </a:r>
            <a:endParaRPr sz="4000">
              <a:latin typeface="Lucida Sans Unicode"/>
              <a:cs typeface="Lucida Sans Unicode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205394" y="2409117"/>
            <a:ext cx="11654790" cy="7665084"/>
            <a:chOff x="205394" y="2409117"/>
            <a:chExt cx="11654790" cy="7665084"/>
          </a:xfrm>
        </p:grpSpPr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33" y="7269998"/>
              <a:ext cx="1581149" cy="158114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49648" y="2409117"/>
              <a:ext cx="5010149" cy="6686540"/>
            </a:xfrm>
            <a:prstGeom prst="rect">
              <a:avLst/>
            </a:prstGeom>
          </p:spPr>
        </p:pic>
        <p:pic>
          <p:nvPicPr>
            <p:cNvPr id="13" name="object 13" descr="">
              <a:hlinkClick r:id="rId4"/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5394" y="9606976"/>
              <a:ext cx="771524" cy="466709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3193674" y="3351132"/>
            <a:ext cx="3067685" cy="2159000"/>
          </a:xfrm>
          <a:prstGeom prst="rect">
            <a:avLst/>
          </a:prstGeom>
        </p:spPr>
        <p:txBody>
          <a:bodyPr wrap="square" lIns="0" tIns="2374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 sz="3850" spc="-330">
                <a:solidFill>
                  <a:srgbClr val="FFFFFF"/>
                </a:solidFill>
                <a:latin typeface="Lucida Sans Unicode"/>
                <a:cs typeface="Lucida Sans Unicode"/>
              </a:rPr>
              <a:t>Ahmed</a:t>
            </a:r>
            <a:r>
              <a:rPr dirty="0" sz="38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-345">
                <a:solidFill>
                  <a:srgbClr val="FFFFFF"/>
                </a:solidFill>
                <a:latin typeface="Lucida Sans Unicode"/>
                <a:cs typeface="Lucida Sans Unicode"/>
              </a:rPr>
              <a:t>Momin</a:t>
            </a:r>
            <a:endParaRPr sz="3850">
              <a:latin typeface="Lucida Sans Unicode"/>
              <a:cs typeface="Lucida Sans Unicode"/>
            </a:endParaRPr>
          </a:p>
          <a:p>
            <a:pPr marL="12700" marR="58419">
              <a:lnSpc>
                <a:spcPct val="123600"/>
              </a:lnSpc>
              <a:spcBef>
                <a:spcPts val="390"/>
              </a:spcBef>
            </a:pPr>
            <a:r>
              <a:rPr dirty="0" sz="2250" spc="-155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dirty="0" sz="2250" spc="-155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250" spc="-155">
                <a:solidFill>
                  <a:srgbClr val="FFFFFF"/>
                </a:solidFill>
                <a:latin typeface="Lucida Sans Unicode"/>
                <a:cs typeface="Lucida Sans Unicode"/>
              </a:rPr>
              <a:t>eloper</a:t>
            </a:r>
            <a:r>
              <a:rPr dirty="0" sz="225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dirty="0" sz="225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 spc="-170">
                <a:solidFill>
                  <a:srgbClr val="FFFFFF"/>
                </a:solidFill>
                <a:latin typeface="Lucida Sans Unicode"/>
                <a:cs typeface="Lucida Sans Unicode"/>
              </a:rPr>
              <a:t>UI</a:t>
            </a:r>
            <a:r>
              <a:rPr dirty="0" sz="225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45">
                <a:solidFill>
                  <a:srgbClr val="FFFFFF"/>
                </a:solidFill>
                <a:latin typeface="Lucida Sans Unicode"/>
                <a:cs typeface="Lucida Sans Unicode"/>
              </a:rPr>
              <a:t>Designer </a:t>
            </a:r>
            <a:r>
              <a:rPr dirty="0" sz="2250" spc="-65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2250" spc="-65">
                <a:solidFill>
                  <a:srgbClr val="FFFFFF"/>
                </a:solidFill>
                <a:latin typeface="Arial MT"/>
                <a:cs typeface="Arial MT"/>
              </a:rPr>
              <a:t>x</a:t>
            </a:r>
            <a:r>
              <a:rPr dirty="0" sz="2250" spc="-65">
                <a:solidFill>
                  <a:srgbClr val="FFFFFF"/>
                </a:solidFill>
                <a:latin typeface="Lucida Sans Unicode"/>
                <a:cs typeface="Lucida Sans Unicode"/>
              </a:rPr>
              <a:t>pertise</a:t>
            </a:r>
            <a:r>
              <a:rPr dirty="0" sz="225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70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dirty="0" sz="225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Lucida Sans Unicode"/>
                <a:cs typeface="Lucida Sans Unicode"/>
              </a:rPr>
              <a:t>frontend </a:t>
            </a:r>
            <a:r>
              <a:rPr dirty="0" sz="2250" spc="-45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dirty="0" sz="2250" spc="-45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250" spc="-45">
                <a:solidFill>
                  <a:srgbClr val="FFFFFF"/>
                </a:solidFill>
                <a:latin typeface="Lucida Sans Unicode"/>
                <a:cs typeface="Lucida Sans Unicode"/>
              </a:rPr>
              <a:t>elopment</a:t>
            </a:r>
            <a:endParaRPr sz="2250">
              <a:latin typeface="Lucida Sans Unicode"/>
              <a:cs typeface="Lucida Sans Unicode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1976699" y="3353143"/>
            <a:ext cx="5418455" cy="1739900"/>
          </a:xfrm>
          <a:prstGeom prst="rect">
            <a:avLst/>
          </a:prstGeom>
        </p:spPr>
        <p:txBody>
          <a:bodyPr wrap="square" lIns="0" tIns="2374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 sz="3850" spc="-170">
                <a:solidFill>
                  <a:srgbClr val="FFFFFF"/>
                </a:solidFill>
                <a:latin typeface="Lucida Sans Unicode"/>
                <a:cs typeface="Lucida Sans Unicode"/>
              </a:rPr>
              <a:t>Shaikh</a:t>
            </a:r>
            <a:r>
              <a:rPr dirty="0" sz="385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-80">
                <a:solidFill>
                  <a:srgbClr val="FFFFFF"/>
                </a:solidFill>
                <a:latin typeface="Lucida Sans Unicode"/>
                <a:cs typeface="Lucida Sans Unicode"/>
              </a:rPr>
              <a:t>Mehboob</a:t>
            </a:r>
            <a:endParaRPr sz="38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z="2250" spc="-145">
                <a:solidFill>
                  <a:srgbClr val="FFFFFF"/>
                </a:solidFill>
                <a:latin typeface="Lucida Sans Unicode"/>
                <a:cs typeface="Lucida Sans Unicode"/>
              </a:rPr>
              <a:t>Testing</a:t>
            </a:r>
            <a:r>
              <a:rPr dirty="0" sz="225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dirty="0" sz="22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 spc="-50">
                <a:solidFill>
                  <a:srgbClr val="FFFFFF"/>
                </a:solidFill>
                <a:latin typeface="Lucida Sans Unicode"/>
                <a:cs typeface="Lucida Sans Unicode"/>
              </a:rPr>
              <a:t>Deplo</a:t>
            </a:r>
            <a:r>
              <a:rPr dirty="0" sz="2250" spc="-5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2250" spc="-50">
                <a:solidFill>
                  <a:srgbClr val="FFFFFF"/>
                </a:solidFill>
                <a:latin typeface="Lucida Sans Unicode"/>
                <a:cs typeface="Lucida Sans Unicode"/>
              </a:rPr>
              <a:t>ment</a:t>
            </a:r>
            <a:endParaRPr sz="22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250" spc="-110">
                <a:solidFill>
                  <a:srgbClr val="FFFFFF"/>
                </a:solidFill>
                <a:latin typeface="Lucida Sans Unicode"/>
                <a:cs typeface="Lucida Sans Unicode"/>
              </a:rPr>
              <a:t>Ens</a:t>
            </a:r>
            <a:r>
              <a:rPr dirty="0" sz="2250" spc="-110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250" spc="-110">
                <a:solidFill>
                  <a:srgbClr val="FFFFFF"/>
                </a:solidFill>
                <a:latin typeface="Lucida Sans Unicode"/>
                <a:cs typeface="Lucida Sans Unicode"/>
              </a:rPr>
              <a:t>ring</a:t>
            </a:r>
            <a:r>
              <a:rPr dirty="0" sz="225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55">
                <a:solidFill>
                  <a:srgbClr val="FFFFFF"/>
                </a:solidFill>
                <a:latin typeface="Lucida Sans Unicode"/>
                <a:cs typeface="Lucida Sans Unicode"/>
              </a:rPr>
              <a:t>q</a:t>
            </a:r>
            <a:r>
              <a:rPr dirty="0" sz="2250" spc="-55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250" spc="-55">
                <a:solidFill>
                  <a:srgbClr val="FFFFFF"/>
                </a:solidFill>
                <a:latin typeface="Lucida Sans Unicode"/>
                <a:cs typeface="Lucida Sans Unicode"/>
              </a:rPr>
              <a:t>alit</a:t>
            </a:r>
            <a:r>
              <a:rPr dirty="0" sz="2250" spc="-55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225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 spc="-11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25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25">
                <a:solidFill>
                  <a:srgbClr val="FFFFFF"/>
                </a:solidFill>
                <a:latin typeface="Lucida Sans Unicode"/>
                <a:cs typeface="Lucida Sans Unicode"/>
              </a:rPr>
              <a:t>seamless</a:t>
            </a:r>
            <a:r>
              <a:rPr dirty="0" sz="225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95">
                <a:solidFill>
                  <a:srgbClr val="FFFFFF"/>
                </a:solidFill>
                <a:latin typeface="Lucida Sans Unicode"/>
                <a:cs typeface="Lucida Sans Unicode"/>
              </a:rPr>
              <a:t>deplo</a:t>
            </a:r>
            <a:r>
              <a:rPr dirty="0" sz="2250" spc="-95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2250" spc="-95">
                <a:solidFill>
                  <a:srgbClr val="FFFFFF"/>
                </a:solidFill>
                <a:latin typeface="Lucida Sans Unicode"/>
                <a:cs typeface="Lucida Sans Unicode"/>
              </a:rPr>
              <a:t>ment</a:t>
            </a:r>
            <a:endParaRPr sz="2250">
              <a:latin typeface="Lucida Sans Unicode"/>
              <a:cs typeface="Lucida Sans Unicode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1970450" y="6561621"/>
            <a:ext cx="5681345" cy="1739900"/>
          </a:xfrm>
          <a:prstGeom prst="rect">
            <a:avLst/>
          </a:prstGeom>
        </p:spPr>
        <p:txBody>
          <a:bodyPr wrap="square" lIns="0" tIns="2374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 sz="3850" spc="-340">
                <a:solidFill>
                  <a:srgbClr val="FFFFFF"/>
                </a:solidFill>
                <a:latin typeface="Lucida Sans Unicode"/>
                <a:cs typeface="Lucida Sans Unicode"/>
              </a:rPr>
              <a:t>Qamar</a:t>
            </a:r>
            <a:r>
              <a:rPr dirty="0" sz="385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-20">
                <a:solidFill>
                  <a:srgbClr val="FFFFFF"/>
                </a:solidFill>
                <a:latin typeface="Lucida Sans Unicode"/>
                <a:cs typeface="Lucida Sans Unicode"/>
              </a:rPr>
              <a:t>Ka</a:t>
            </a:r>
            <a:r>
              <a:rPr dirty="0" sz="3850" spc="-20">
                <a:solidFill>
                  <a:srgbClr val="FFFFFF"/>
                </a:solidFill>
                <a:latin typeface="Arial MT"/>
                <a:cs typeface="Arial MT"/>
              </a:rPr>
              <a:t>z</a:t>
            </a:r>
            <a:r>
              <a:rPr dirty="0" sz="3850" spc="-2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endParaRPr sz="38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z="2250" spc="-125">
                <a:solidFill>
                  <a:srgbClr val="FFFFFF"/>
                </a:solidFill>
                <a:latin typeface="Lucida Sans Unicode"/>
                <a:cs typeface="Lucida Sans Unicode"/>
              </a:rPr>
              <a:t>Sim</a:t>
            </a:r>
            <a:r>
              <a:rPr dirty="0" sz="2250" spc="-125">
                <a:solidFill>
                  <a:srgbClr val="FFFFFF"/>
                </a:solidFill>
                <a:latin typeface="Arial MT"/>
                <a:cs typeface="Arial MT"/>
              </a:rPr>
              <a:t>u</a:t>
            </a:r>
            <a:r>
              <a:rPr dirty="0" sz="2250" spc="-125">
                <a:solidFill>
                  <a:srgbClr val="FFFFFF"/>
                </a:solidFill>
                <a:latin typeface="Lucida Sans Unicode"/>
                <a:cs typeface="Lucida Sans Unicode"/>
              </a:rPr>
              <a:t>lation</a:t>
            </a:r>
            <a:r>
              <a:rPr dirty="0" sz="225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05">
                <a:solidFill>
                  <a:srgbClr val="FFFFFF"/>
                </a:solidFill>
                <a:latin typeface="Lucida Sans Unicode"/>
                <a:cs typeface="Lucida Sans Unicode"/>
              </a:rPr>
              <a:t>Logic</a:t>
            </a:r>
            <a:r>
              <a:rPr dirty="0" sz="225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3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dirty="0" sz="2250" spc="-3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250" spc="-30">
                <a:solidFill>
                  <a:srgbClr val="FFFFFF"/>
                </a:solidFill>
                <a:latin typeface="Lucida Sans Unicode"/>
                <a:cs typeface="Lucida Sans Unicode"/>
              </a:rPr>
              <a:t>eloper</a:t>
            </a:r>
            <a:endParaRPr sz="22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250" spc="-140">
                <a:solidFill>
                  <a:srgbClr val="FFFFFF"/>
                </a:solidFill>
                <a:latin typeface="Lucida Sans Unicode"/>
                <a:cs typeface="Lucida Sans Unicode"/>
              </a:rPr>
              <a:t>Engineering</a:t>
            </a:r>
            <a:r>
              <a:rPr dirty="0" sz="225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4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25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00">
                <a:solidFill>
                  <a:srgbClr val="FFFFFF"/>
                </a:solidFill>
                <a:latin typeface="Lucida Sans Unicode"/>
                <a:cs typeface="Lucida Sans Unicode"/>
              </a:rPr>
              <a:t>parameter</a:t>
            </a:r>
            <a:r>
              <a:rPr dirty="0" sz="2250" spc="-10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2250" spc="-125">
                <a:solidFill>
                  <a:srgbClr val="FFFFFF"/>
                </a:solidFill>
                <a:latin typeface="Lucida Sans Unicode"/>
                <a:cs typeface="Lucida Sans Unicode"/>
              </a:rPr>
              <a:t>dri</a:t>
            </a:r>
            <a:r>
              <a:rPr dirty="0" sz="2250" spc="-125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dirty="0" sz="2250" spc="-125">
                <a:solidFill>
                  <a:srgbClr val="FFFFFF"/>
                </a:solidFill>
                <a:latin typeface="Lucida Sans Unicode"/>
                <a:cs typeface="Lucida Sans Unicode"/>
              </a:rPr>
              <a:t>en</a:t>
            </a:r>
            <a:r>
              <a:rPr dirty="0" sz="225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50" spc="-100">
                <a:solidFill>
                  <a:srgbClr val="FFFFFF"/>
                </a:solidFill>
                <a:latin typeface="Lucida Sans Unicode"/>
                <a:cs typeface="Lucida Sans Unicode"/>
              </a:rPr>
              <a:t>algorithms</a:t>
            </a:r>
            <a:endParaRPr sz="2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607531" y="536983"/>
            <a:ext cx="5290820" cy="4093210"/>
          </a:xfrm>
          <a:prstGeom prst="rect">
            <a:avLst/>
          </a:prstGeom>
        </p:spPr>
        <p:txBody>
          <a:bodyPr wrap="square" lIns="0" tIns="841375" rIns="0" bIns="0" rtlCol="0" vert="horz">
            <a:spAutoFit/>
          </a:bodyPr>
          <a:lstStyle/>
          <a:p>
            <a:pPr marL="12700" marR="5080">
              <a:lnSpc>
                <a:spcPct val="66200"/>
              </a:lnSpc>
              <a:spcBef>
                <a:spcPts val="6625"/>
              </a:spcBef>
            </a:pPr>
            <a:r>
              <a:rPr dirty="0" sz="16050" spc="-159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16050" spc="-1575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dirty="0" sz="16050" spc="-1525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16050" spc="-1575">
                <a:solidFill>
                  <a:srgbClr val="FFFFFF"/>
                </a:solidFill>
                <a:latin typeface="Lucida Sans Unicode"/>
                <a:cs typeface="Lucida Sans Unicode"/>
              </a:rPr>
              <a:t>n</a:t>
            </a:r>
            <a:r>
              <a:rPr dirty="0" sz="16050" spc="-900">
                <a:solidFill>
                  <a:srgbClr val="FFFFFF"/>
                </a:solidFill>
                <a:latin typeface="Lucida Sans Unicode"/>
                <a:cs typeface="Lucida Sans Unicode"/>
              </a:rPr>
              <a:t>k</a:t>
            </a:r>
            <a:r>
              <a:rPr dirty="0" sz="16050" spc="-14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050" spc="-165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dirty="0" sz="16050" spc="-1575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dirty="0" sz="16050" spc="-1565">
                <a:solidFill>
                  <a:srgbClr val="FFFFFF"/>
                </a:solidFill>
                <a:latin typeface="Lucida Sans Unicode"/>
                <a:cs typeface="Lucida Sans Unicode"/>
              </a:rPr>
              <a:t>u</a:t>
            </a:r>
            <a:r>
              <a:rPr dirty="0" sz="16050" spc="-89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endParaRPr sz="16050">
              <a:latin typeface="Lucida Sans Unicode"/>
              <a:cs typeface="Lucida Sans Unicode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205394" y="1484375"/>
            <a:ext cx="18082895" cy="8803005"/>
            <a:chOff x="205394" y="1484375"/>
            <a:chExt cx="18082895" cy="880300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02624" y="1484375"/>
              <a:ext cx="9485376" cy="880262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7496" y="4570475"/>
              <a:ext cx="1152524" cy="115250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833" y="7269998"/>
              <a:ext cx="1581149" cy="158114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19530" y="2673586"/>
              <a:ext cx="7168468" cy="5800737"/>
            </a:xfrm>
            <a:prstGeom prst="rect">
              <a:avLst/>
            </a:prstGeom>
          </p:spPr>
        </p:pic>
        <p:pic>
          <p:nvPicPr>
            <p:cNvPr id="8" name="object 8" descr="">
              <a:hlinkClick r:id="rId6"/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5394" y="9606976"/>
              <a:ext cx="771524" cy="466709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90013" y="1036124"/>
            <a:ext cx="1590675" cy="1113790"/>
          </a:xfrm>
          <a:prstGeom prst="rect"/>
        </p:spPr>
        <p:txBody>
          <a:bodyPr wrap="square" lIns="0" tIns="147955" rIns="0" bIns="0" rtlCol="0" vert="horz">
            <a:spAutoFit/>
          </a:bodyPr>
          <a:lstStyle/>
          <a:p>
            <a:pPr marL="12700" marR="5080">
              <a:lnSpc>
                <a:spcPct val="78100"/>
              </a:lnSpc>
              <a:spcBef>
                <a:spcPts val="1165"/>
              </a:spcBef>
            </a:pPr>
            <a:r>
              <a:rPr dirty="0" sz="4000" spc="-675"/>
              <a:t>T</a:t>
            </a:r>
            <a:r>
              <a:rPr dirty="0" sz="4000" spc="-240"/>
              <a:t>e</a:t>
            </a:r>
            <a:r>
              <a:rPr dirty="0" sz="4000" spc="-229"/>
              <a:t>c</a:t>
            </a:r>
            <a:r>
              <a:rPr dirty="0" sz="4000" spc="-240"/>
              <a:t>h</a:t>
            </a:r>
            <a:r>
              <a:rPr dirty="0" sz="4000" spc="-235"/>
              <a:t>E</a:t>
            </a:r>
            <a:r>
              <a:rPr dirty="0" sz="4000" spc="-155"/>
              <a:t>d</a:t>
            </a:r>
            <a:r>
              <a:rPr dirty="0" sz="4000" spc="-300"/>
              <a:t> </a:t>
            </a:r>
            <a:r>
              <a:rPr dirty="0" sz="4000" spc="-204"/>
              <a:t>Stream</a:t>
            </a:r>
            <a:endParaRPr sz="4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966959"/>
            <a:ext cx="18288000" cy="31089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574535"/>
            <a:ext cx="18288000" cy="187452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2043" y="3319271"/>
            <a:ext cx="17935956" cy="557783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0100" y="1234439"/>
            <a:ext cx="17487900" cy="1170432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45719"/>
            <a:ext cx="18288000" cy="877824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7955280" y="1623060"/>
            <a:ext cx="2222500" cy="640080"/>
          </a:xfrm>
          <a:custGeom>
            <a:avLst/>
            <a:gdLst/>
            <a:ahLst/>
            <a:cxnLst/>
            <a:rect l="l" t="t" r="r" b="b"/>
            <a:pathLst>
              <a:path w="2222500" h="640080">
                <a:moveTo>
                  <a:pt x="2221992" y="640080"/>
                </a:moveTo>
                <a:lnTo>
                  <a:pt x="0" y="640080"/>
                </a:lnTo>
                <a:lnTo>
                  <a:pt x="0" y="0"/>
                </a:lnTo>
                <a:lnTo>
                  <a:pt x="2221992" y="0"/>
                </a:lnTo>
                <a:lnTo>
                  <a:pt x="2221992" y="640080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944856" y="1437385"/>
            <a:ext cx="2259965" cy="9626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150" spc="80">
                <a:latin typeface="Arial MT"/>
                <a:cs typeface="Arial MT"/>
              </a:rPr>
              <a:t>Ÿ</a:t>
            </a:r>
            <a:r>
              <a:rPr dirty="0" sz="6150" spc="-195">
                <a:latin typeface="Arial MT"/>
                <a:cs typeface="Arial MT"/>
              </a:rPr>
              <a:t> </a:t>
            </a:r>
            <a:r>
              <a:rPr dirty="0" sz="6150" spc="-400">
                <a:latin typeface="Arial MT"/>
                <a:cs typeface="Arial MT"/>
              </a:rPr>
              <a:t>Piîch</a:t>
            </a:r>
            <a:endParaRPr sz="6150">
              <a:latin typeface="Arial MT"/>
              <a:cs typeface="Arial MT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0" y="8906256"/>
            <a:ext cx="18288000" cy="265430"/>
            <a:chOff x="0" y="8906256"/>
            <a:chExt cx="18288000" cy="265430"/>
          </a:xfrm>
        </p:grpSpPr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8906256"/>
              <a:ext cx="18288000" cy="265175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9134856"/>
              <a:ext cx="18288000" cy="36575"/>
            </a:xfrm>
            <a:prstGeom prst="rect">
              <a:avLst/>
            </a:prstGeom>
          </p:spPr>
        </p:pic>
      </p:grpSp>
      <p:sp>
        <p:nvSpPr>
          <p:cNvPr id="12" name="object 12" descr=""/>
          <p:cNvSpPr/>
          <p:nvPr/>
        </p:nvSpPr>
        <p:spPr>
          <a:xfrm>
            <a:off x="5157215" y="3323844"/>
            <a:ext cx="7955280" cy="539750"/>
          </a:xfrm>
          <a:custGeom>
            <a:avLst/>
            <a:gdLst/>
            <a:ahLst/>
            <a:cxnLst/>
            <a:rect l="l" t="t" r="r" b="b"/>
            <a:pathLst>
              <a:path w="7955280" h="539750">
                <a:moveTo>
                  <a:pt x="7955280" y="539496"/>
                </a:moveTo>
                <a:lnTo>
                  <a:pt x="0" y="539496"/>
                </a:lnTo>
                <a:lnTo>
                  <a:pt x="0" y="0"/>
                </a:lnTo>
                <a:lnTo>
                  <a:pt x="7955280" y="0"/>
                </a:lnTo>
                <a:lnTo>
                  <a:pt x="7955280" y="539496"/>
                </a:lnTo>
                <a:close/>
              </a:path>
            </a:pathLst>
          </a:custGeom>
          <a:solidFill>
            <a:srgbClr val="0E0E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7443216" y="4009644"/>
            <a:ext cx="3429000" cy="429895"/>
          </a:xfrm>
          <a:custGeom>
            <a:avLst/>
            <a:gdLst/>
            <a:ahLst/>
            <a:cxnLst/>
            <a:rect l="l" t="t" r="r" b="b"/>
            <a:pathLst>
              <a:path w="3429000" h="429895">
                <a:moveTo>
                  <a:pt x="3429000" y="429768"/>
                </a:moveTo>
                <a:lnTo>
                  <a:pt x="0" y="429768"/>
                </a:lnTo>
                <a:lnTo>
                  <a:pt x="0" y="0"/>
                </a:lnTo>
                <a:lnTo>
                  <a:pt x="3429000" y="0"/>
                </a:lnTo>
                <a:lnTo>
                  <a:pt x="3429000" y="429768"/>
                </a:lnTo>
                <a:close/>
              </a:path>
            </a:pathLst>
          </a:custGeom>
          <a:solidFill>
            <a:srgbClr val="0F0F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5142193" y="3094990"/>
            <a:ext cx="7938134" cy="1476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5710"/>
              </a:lnSpc>
              <a:spcBef>
                <a:spcPts val="100"/>
              </a:spcBef>
            </a:pPr>
            <a:r>
              <a:rPr dirty="0" sz="5050">
                <a:solidFill>
                  <a:srgbClr val="FFFFFF"/>
                </a:solidFill>
                <a:latin typeface="Cambria"/>
                <a:cs typeface="Cambria"/>
              </a:rPr>
              <a:t>Wunt</a:t>
            </a:r>
            <a:r>
              <a:rPr dirty="0" sz="505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505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5050" spc="2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5050" spc="-140">
                <a:solidFill>
                  <a:srgbClr val="FFFFFF"/>
                </a:solidFill>
                <a:latin typeface="Cambria"/>
                <a:cs typeface="Cambria"/>
              </a:rPr>
              <a:t>moke </a:t>
            </a:r>
            <a:r>
              <a:rPr dirty="0" sz="5050" spc="210">
                <a:solidFill>
                  <a:srgbClr val="FFFFFF"/>
                </a:solidFill>
                <a:latin typeface="Cambria"/>
                <a:cs typeface="Cambria"/>
              </a:rPr>
              <a:t>o</a:t>
            </a:r>
            <a:r>
              <a:rPr dirty="0" sz="5050" spc="-1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5050" spc="-60">
                <a:solidFill>
                  <a:srgbClr val="FFFFFF"/>
                </a:solidFill>
                <a:latin typeface="Cambria"/>
                <a:cs typeface="Cambria"/>
              </a:rPr>
              <a:t>presentution</a:t>
            </a:r>
            <a:endParaRPr sz="5050">
              <a:latin typeface="Cambria"/>
              <a:cs typeface="Cambria"/>
            </a:endParaRPr>
          </a:p>
          <a:p>
            <a:pPr algn="ctr" marL="44450">
              <a:lnSpc>
                <a:spcPts val="5710"/>
              </a:lnSpc>
            </a:pPr>
            <a:r>
              <a:rPr dirty="0" sz="505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dirty="0" sz="50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050" spc="18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dirty="0" sz="5050" spc="-1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050" spc="-20">
                <a:solidFill>
                  <a:srgbClr val="FFFFFF"/>
                </a:solidFill>
                <a:latin typeface="Calibri"/>
                <a:cs typeface="Calibri"/>
              </a:rPr>
              <a:t>oneč</a:t>
            </a:r>
            <a:endParaRPr sz="5050">
              <a:latin typeface="Calibri"/>
              <a:cs typeface="Calibri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0" y="5120640"/>
            <a:ext cx="18283555" cy="260985"/>
          </a:xfrm>
          <a:custGeom>
            <a:avLst/>
            <a:gdLst/>
            <a:ahLst/>
            <a:cxnLst/>
            <a:rect l="l" t="t" r="r" b="b"/>
            <a:pathLst>
              <a:path w="18283555" h="260985">
                <a:moveTo>
                  <a:pt x="18283428" y="260604"/>
                </a:moveTo>
                <a:lnTo>
                  <a:pt x="0" y="260604"/>
                </a:lnTo>
                <a:lnTo>
                  <a:pt x="0" y="0"/>
                </a:lnTo>
                <a:lnTo>
                  <a:pt x="18283428" y="0"/>
                </a:lnTo>
                <a:lnTo>
                  <a:pt x="18283428" y="260604"/>
                </a:lnTo>
                <a:close/>
              </a:path>
            </a:pathLst>
          </a:custGeom>
          <a:solidFill>
            <a:srgbClr val="0E0E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0" y="5522976"/>
            <a:ext cx="18283555" cy="260985"/>
          </a:xfrm>
          <a:custGeom>
            <a:avLst/>
            <a:gdLst/>
            <a:ahLst/>
            <a:cxnLst/>
            <a:rect l="l" t="t" r="r" b="b"/>
            <a:pathLst>
              <a:path w="18283555" h="260985">
                <a:moveTo>
                  <a:pt x="18283428" y="260604"/>
                </a:moveTo>
                <a:lnTo>
                  <a:pt x="0" y="260604"/>
                </a:lnTo>
                <a:lnTo>
                  <a:pt x="0" y="0"/>
                </a:lnTo>
                <a:lnTo>
                  <a:pt x="18283428" y="0"/>
                </a:lnTo>
                <a:lnTo>
                  <a:pt x="18283428" y="260604"/>
                </a:lnTo>
                <a:close/>
              </a:path>
            </a:pathLst>
          </a:custGeom>
          <a:solidFill>
            <a:srgbClr val="0E0E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5282554" y="4973065"/>
            <a:ext cx="7731125" cy="821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0" marR="5080" indent="-1448435">
              <a:lnSpc>
                <a:spcPct val="115999"/>
              </a:lnSpc>
              <a:spcBef>
                <a:spcPts val="100"/>
              </a:spcBef>
            </a:pPr>
            <a:r>
              <a:rPr dirty="0" sz="2250" spc="-65">
                <a:solidFill>
                  <a:srgbClr val="FFFFFF"/>
                </a:solidFill>
                <a:latin typeface="Arial MT"/>
                <a:cs typeface="Arial MT"/>
              </a:rPr>
              <a:t>Start</a:t>
            </a:r>
            <a:r>
              <a:rPr dirty="0" sz="22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dirty="0" sz="2250" spc="-1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 spc="-315">
                <a:solidFill>
                  <a:srgbClr val="F2F2F2"/>
                </a:solidFill>
                <a:latin typeface="Arial MT"/>
                <a:cs typeface="Arial MT"/>
              </a:rPr>
              <a:t>a</a:t>
            </a:r>
            <a:r>
              <a:rPr dirty="0" sz="2250" spc="85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Arial MT"/>
                <a:cs typeface="Arial MT"/>
              </a:rPr>
              <a:t>fully</a:t>
            </a:r>
            <a:r>
              <a:rPr dirty="0" sz="2250" spc="-1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 spc="-100">
                <a:solidFill>
                  <a:srgbClr val="FFFFFF"/>
                </a:solidFill>
                <a:latin typeface="Arial MT"/>
                <a:cs typeface="Arial MT"/>
              </a:rPr>
              <a:t>customizable</a:t>
            </a:r>
            <a:r>
              <a:rPr dirty="0" sz="225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 spc="-70">
                <a:solidFill>
                  <a:srgbClr val="FFFFFF"/>
                </a:solidFill>
                <a:latin typeface="Arial MT"/>
                <a:cs typeface="Arial MT"/>
              </a:rPr>
              <a:t>template,</a:t>
            </a:r>
            <a:r>
              <a:rPr dirty="0" sz="225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 spc="-100">
                <a:solidFill>
                  <a:srgbClr val="FFFFFF"/>
                </a:solidFill>
                <a:latin typeface="Arial MT"/>
                <a:cs typeface="Arial MT"/>
              </a:rPr>
              <a:t>create</a:t>
            </a:r>
            <a:r>
              <a:rPr dirty="0" sz="22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 spc="-275">
                <a:solidFill>
                  <a:srgbClr val="EFEFEF"/>
                </a:solidFill>
                <a:latin typeface="Arial MT"/>
                <a:cs typeface="Arial MT"/>
              </a:rPr>
              <a:t>a</a:t>
            </a:r>
            <a:r>
              <a:rPr dirty="0" sz="2250" spc="-15">
                <a:solidFill>
                  <a:srgbClr val="EFEFEF"/>
                </a:solidFill>
                <a:latin typeface="Arial MT"/>
                <a:cs typeface="Arial MT"/>
              </a:rPr>
              <a:t> </a:t>
            </a:r>
            <a:r>
              <a:rPr dirty="0" sz="2250" spc="-35">
                <a:solidFill>
                  <a:srgbClr val="FFFFFF"/>
                </a:solidFill>
                <a:latin typeface="Arial MT"/>
                <a:cs typeface="Arial MT"/>
              </a:rPr>
              <a:t>beautiful</a:t>
            </a:r>
            <a:r>
              <a:rPr dirty="0" sz="22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 spc="-135">
                <a:solidFill>
                  <a:srgbClr val="FFFFFF"/>
                </a:solidFill>
                <a:latin typeface="Arial MT"/>
                <a:cs typeface="Arial MT"/>
              </a:rPr>
              <a:t>deck</a:t>
            </a:r>
            <a:r>
              <a:rPr dirty="0" sz="22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 spc="-25">
                <a:solidFill>
                  <a:srgbClr val="FFFFFF"/>
                </a:solidFill>
                <a:latin typeface="Arial MT"/>
                <a:cs typeface="Arial MT"/>
              </a:rPr>
              <a:t>in </a:t>
            </a:r>
            <a:r>
              <a:rPr dirty="0" sz="2250" spc="-100">
                <a:solidFill>
                  <a:srgbClr val="FFFFFF"/>
                </a:solidFill>
                <a:latin typeface="Arial MT"/>
                <a:cs typeface="Arial MT"/>
              </a:rPr>
              <a:t>minutes,</a:t>
            </a:r>
            <a:r>
              <a:rPr dirty="0" sz="225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 spc="-30">
                <a:solidFill>
                  <a:srgbClr val="FFFFFF"/>
                </a:solidFill>
                <a:latin typeface="Arial MT"/>
                <a:cs typeface="Arial MT"/>
              </a:rPr>
              <a:t>then</a:t>
            </a:r>
            <a:r>
              <a:rPr dirty="0" sz="225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 spc="-114">
                <a:solidFill>
                  <a:srgbClr val="FFFFFF"/>
                </a:solidFill>
                <a:latin typeface="Arial MT"/>
                <a:cs typeface="Arial MT"/>
              </a:rPr>
              <a:t>easily</a:t>
            </a:r>
            <a:r>
              <a:rPr dirty="0" sz="22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 spc="-165">
                <a:solidFill>
                  <a:srgbClr val="F2F2F2"/>
                </a:solidFill>
                <a:latin typeface="Arial MT"/>
                <a:cs typeface="Arial MT"/>
              </a:rPr>
              <a:t>share</a:t>
            </a:r>
            <a:r>
              <a:rPr dirty="0" sz="2250" spc="-1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dirty="0" sz="2250" spc="1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dirty="0" sz="22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Arial MT"/>
                <a:cs typeface="Arial MT"/>
              </a:rPr>
              <a:t>anyone.</a:t>
            </a:r>
            <a:endParaRPr sz="2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2025-11-13T13:12:19Z</dcterms:created>
  <dcterms:modified xsi:type="dcterms:W3CDTF">2025-11-13T13:12:19Z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2025-11-13T00:00:00Z</vt:filetime>
  </property>
  <property fmtid="{D5CDD505-2E9C-101B-9397-08002B2CF9AE}" pid="3" name="Creator">
    <vt:lpwstr>Chromium</vt:lpwstr>
  </property>
  <property fmtid="{D5CDD505-2E9C-101B-9397-08002B2CF9AE}" pid="4" name="LastSaved">
    <vt:filetime>2025-11-13T00:00:00Z</vt:filetime>
  </property>
  <property fmtid="{D5CDD505-2E9C-101B-9397-08002B2CF9AE}" pid="5" name="Producer">
    <vt:lpwstr>3-Heights™ PDF Optimization API 6.27.2.6 (http://www.pdf-tools.com)</vt:lpwstr>
  </property>
</Properties>
</file>